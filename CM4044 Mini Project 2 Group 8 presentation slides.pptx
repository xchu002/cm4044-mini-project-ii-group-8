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7"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y="5143500" cx="9144000"/>
  <p:notesSz cx="6858000" cy="9144000"/>
  <p:embeddedFontLst>
    <p:embeddedFont>
      <p:font typeface="Roboto"/>
      <p:regular r:id="rId42"/>
      <p:bold r:id="rId43"/>
      <p:italic r:id="rId44"/>
      <p:boldItalic r:id="rId45"/>
    </p:embeddedFont>
    <p:embeddedFont>
      <p:font typeface="Arimo"/>
      <p:regular r:id="rId46"/>
      <p:bold r:id="rId47"/>
      <p:italic r:id="rId48"/>
      <p:boldItalic r:id="rId49"/>
    </p:embeddedFont>
    <p:embeddedFont>
      <p:font typeface="Sora"/>
      <p:regular r:id="rId50"/>
      <p:bold r:id="rId51"/>
    </p:embeddedFont>
    <p:embeddedFont>
      <p:font typeface="PT Sans"/>
      <p:regular r:id="rId52"/>
      <p:bold r:id="rId53"/>
      <p:italic r:id="rId54"/>
      <p:boldItalic r:id="rId55"/>
    </p:embeddedFont>
    <p:embeddedFont>
      <p:font typeface="Open Sans"/>
      <p:regular r:id="rId56"/>
      <p:bold r:id="rId57"/>
      <p:italic r:id="rId58"/>
      <p:boldItalic r:id="rId5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03B74ED-40CC-4164-9236-D432A19661F3}">
  <a:tblStyle styleId="{903B74ED-40CC-4164-9236-D432A19661F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font" Target="fonts/Roboto-regular.fntdata"/><Relationship Id="rId41" Type="http://schemas.openxmlformats.org/officeDocument/2006/relationships/slide" Target="slides/slide35.xml"/><Relationship Id="rId44" Type="http://schemas.openxmlformats.org/officeDocument/2006/relationships/font" Target="fonts/Roboto-italic.fntdata"/><Relationship Id="rId43" Type="http://schemas.openxmlformats.org/officeDocument/2006/relationships/font" Target="fonts/Roboto-bold.fntdata"/><Relationship Id="rId46" Type="http://schemas.openxmlformats.org/officeDocument/2006/relationships/font" Target="fonts/Arimo-regular.fntdata"/><Relationship Id="rId45" Type="http://schemas.openxmlformats.org/officeDocument/2006/relationships/font" Target="fonts/Robo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Arimo-italic.fntdata"/><Relationship Id="rId47" Type="http://schemas.openxmlformats.org/officeDocument/2006/relationships/font" Target="fonts/Arimo-bold.fntdata"/><Relationship Id="rId49" Type="http://schemas.openxmlformats.org/officeDocument/2006/relationships/font" Target="fonts/Arimo-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Sora-bold.fntdata"/><Relationship Id="rId50" Type="http://schemas.openxmlformats.org/officeDocument/2006/relationships/font" Target="fonts/Sora-regular.fntdata"/><Relationship Id="rId53" Type="http://schemas.openxmlformats.org/officeDocument/2006/relationships/font" Target="fonts/PTSans-bold.fntdata"/><Relationship Id="rId52" Type="http://schemas.openxmlformats.org/officeDocument/2006/relationships/font" Target="fonts/PTSans-regular.fntdata"/><Relationship Id="rId11" Type="http://schemas.openxmlformats.org/officeDocument/2006/relationships/slide" Target="slides/slide5.xml"/><Relationship Id="rId55" Type="http://schemas.openxmlformats.org/officeDocument/2006/relationships/font" Target="fonts/PTSans-boldItalic.fntdata"/><Relationship Id="rId10" Type="http://schemas.openxmlformats.org/officeDocument/2006/relationships/slide" Target="slides/slide4.xml"/><Relationship Id="rId54" Type="http://schemas.openxmlformats.org/officeDocument/2006/relationships/font" Target="fonts/PTSans-italic.fntdata"/><Relationship Id="rId13" Type="http://schemas.openxmlformats.org/officeDocument/2006/relationships/slide" Target="slides/slide7.xml"/><Relationship Id="rId57" Type="http://schemas.openxmlformats.org/officeDocument/2006/relationships/font" Target="fonts/OpenSans-bold.fntdata"/><Relationship Id="rId12" Type="http://schemas.openxmlformats.org/officeDocument/2006/relationships/slide" Target="slides/slide6.xml"/><Relationship Id="rId56" Type="http://schemas.openxmlformats.org/officeDocument/2006/relationships/font" Target="fonts/OpenSans-regular.fntdata"/><Relationship Id="rId15" Type="http://schemas.openxmlformats.org/officeDocument/2006/relationships/slide" Target="slides/slide9.xml"/><Relationship Id="rId59" Type="http://schemas.openxmlformats.org/officeDocument/2006/relationships/font" Target="fonts/OpenSans-boldItalic.fntdata"/><Relationship Id="rId14" Type="http://schemas.openxmlformats.org/officeDocument/2006/relationships/slide" Target="slides/slide8.xml"/><Relationship Id="rId58" Type="http://schemas.openxmlformats.org/officeDocument/2006/relationships/font" Target="fonts/OpenSans-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83e1a6bf7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183e1a6bf7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13d61d3c5e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13d61d3c5e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Before we go straight into our project, </a:t>
            </a:r>
            <a:r>
              <a:rPr lang="en"/>
              <a:t>let's</a:t>
            </a:r>
            <a:r>
              <a:rPr lang="en"/>
              <a:t> take a look what has been done.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183e1a6bf79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183e1a6bf79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183e1a6bf79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183e1a6bf79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partition coefficient measures how hydrophilic ("water-loving") or hydrophobic ("water-fearing") a chemical substance is.</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183e1a6bf79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183e1a6bf79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183e1a6bf79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183e1a6bf79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Performance of svm was the best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13d9278d90f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13d9278d90f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99f2f57a71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99f2f57a71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13d9278d90f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13d9278d90f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185ad2a2e35_0_7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185ad2a2e35_0_7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185ad2a2e35_0_5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185ad2a2e35_0_5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1852a330e46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1852a330e46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185ad2a2e35_0_7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185ad2a2e35_0_7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which we can selection our descriptors. Heres our code showing how we the selection. Basically, its based </a:t>
            </a:r>
            <a:r>
              <a:rPr lang="en"/>
              <a:t>on</a:t>
            </a:r>
            <a:r>
              <a:rPr lang="en"/>
              <a:t> the correlation coefficients. </a:t>
            </a:r>
            <a:r>
              <a:rPr lang="en"/>
              <a:t>Initially</a:t>
            </a:r>
            <a:r>
              <a:rPr lang="en"/>
              <a:t> the threshold was pos or neg 0.8 however when we train using tht set of features the accuracy was rather low for most models. We then reduced to 0.6 and 0.5 so that the features selected are significantly correlated. However, the accuracy was still low for most models. Hence, we further reduced it and realised that the accuracy was btr and in fact quite good. The reason could be becus even tho the features were not significantly correlated to log P, they maybe correlated to each other, hence resulting in like additive effect or it could be becus certain features, tho poorly correlated however, still important for predicting log P. thus, the threshold was set to be +/-0.25. So in total, we have 46 features tht were included for our models. Before we look at the different models trained, here’s the dataset tht was used for training our models.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185ad2a2e35_0_7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185ad2a2e35_0_7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1852a330e46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1852a330e46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185ad2a2e35_2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185ad2a2e35_2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185ad2a2e35_1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185ad2a2e35_1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185ad2a2e35_1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185ad2a2e35_1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185ad2a2e35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185ad2a2e35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185ad2a2e35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185ad2a2e35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185ad2a2e35_1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185ad2a2e35_1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183e1a6bf79_0_1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183e1a6bf79_0_1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183e1a6bf79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183e1a6bf79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185ad2a2e3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185ad2a2e3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186375d2a5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186375d2a5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185ad2a2e35_1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185ad2a2e35_1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185ad2a2e35_2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185ad2a2e35_2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185ad2a2e35_4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185ad2a2e35_4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186375d2a5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186375d2a5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1852a330e46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1852a330e46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1852a330e4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1852a330e4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185ad2a2e35_3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185ad2a2e35_3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1852a330e46_0_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1852a330e46_0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1852a330e46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1852a330e46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bd6c00e730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bd6c00e730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905802" y="1012675"/>
            <a:ext cx="3060600" cy="2794800"/>
          </a:xfrm>
          <a:prstGeom prst="rect">
            <a:avLst/>
          </a:prstGeom>
        </p:spPr>
        <p:txBody>
          <a:bodyPr anchorCtr="0" anchor="b" bIns="91425" lIns="91425" spcFirstLastPara="1" rIns="91425" wrap="square" tIns="91425">
            <a:noAutofit/>
          </a:bodyPr>
          <a:lstStyle>
            <a:lvl1pPr lvl="0">
              <a:lnSpc>
                <a:spcPct val="90000"/>
              </a:lnSpc>
              <a:spcBef>
                <a:spcPts val="0"/>
              </a:spcBef>
              <a:spcAft>
                <a:spcPts val="0"/>
              </a:spcAft>
              <a:buClr>
                <a:schemeClr val="dk1"/>
              </a:buClr>
              <a:buSzPts val="5200"/>
              <a:buNone/>
              <a:defRPr sz="5000">
                <a:solidFill>
                  <a:schemeClr val="dk1"/>
                </a:solidFill>
              </a:defRPr>
            </a:lvl1pPr>
            <a:lvl2pPr lvl="1" algn="ctr">
              <a:spcBef>
                <a:spcPts val="0"/>
              </a:spcBef>
              <a:spcAft>
                <a:spcPts val="0"/>
              </a:spcAft>
              <a:buClr>
                <a:schemeClr val="dk1"/>
              </a:buClr>
              <a:buSzPts val="5200"/>
              <a:buNone/>
              <a:defRPr sz="5200">
                <a:solidFill>
                  <a:schemeClr val="dk1"/>
                </a:solidFill>
              </a:defRPr>
            </a:lvl2pPr>
            <a:lvl3pPr lvl="2" algn="ctr">
              <a:spcBef>
                <a:spcPts val="0"/>
              </a:spcBef>
              <a:spcAft>
                <a:spcPts val="0"/>
              </a:spcAft>
              <a:buClr>
                <a:schemeClr val="dk1"/>
              </a:buClr>
              <a:buSzPts val="5200"/>
              <a:buNone/>
              <a:defRPr sz="5200">
                <a:solidFill>
                  <a:schemeClr val="dk1"/>
                </a:solidFill>
              </a:defRPr>
            </a:lvl3pPr>
            <a:lvl4pPr lvl="3" algn="ctr">
              <a:spcBef>
                <a:spcPts val="0"/>
              </a:spcBef>
              <a:spcAft>
                <a:spcPts val="0"/>
              </a:spcAft>
              <a:buClr>
                <a:schemeClr val="dk1"/>
              </a:buClr>
              <a:buSzPts val="5200"/>
              <a:buNone/>
              <a:defRPr sz="5200">
                <a:solidFill>
                  <a:schemeClr val="dk1"/>
                </a:solidFill>
              </a:defRPr>
            </a:lvl4pPr>
            <a:lvl5pPr lvl="4" algn="ctr">
              <a:spcBef>
                <a:spcPts val="0"/>
              </a:spcBef>
              <a:spcAft>
                <a:spcPts val="0"/>
              </a:spcAft>
              <a:buClr>
                <a:schemeClr val="dk1"/>
              </a:buClr>
              <a:buSzPts val="5200"/>
              <a:buNone/>
              <a:defRPr sz="5200">
                <a:solidFill>
                  <a:schemeClr val="dk1"/>
                </a:solidFill>
              </a:defRPr>
            </a:lvl5pPr>
            <a:lvl6pPr lvl="5" algn="ctr">
              <a:spcBef>
                <a:spcPts val="0"/>
              </a:spcBef>
              <a:spcAft>
                <a:spcPts val="0"/>
              </a:spcAft>
              <a:buClr>
                <a:schemeClr val="dk1"/>
              </a:buClr>
              <a:buSzPts val="5200"/>
              <a:buNone/>
              <a:defRPr sz="5200">
                <a:solidFill>
                  <a:schemeClr val="dk1"/>
                </a:solidFill>
              </a:defRPr>
            </a:lvl6pPr>
            <a:lvl7pPr lvl="6" algn="ctr">
              <a:spcBef>
                <a:spcPts val="0"/>
              </a:spcBef>
              <a:spcAft>
                <a:spcPts val="0"/>
              </a:spcAft>
              <a:buClr>
                <a:schemeClr val="dk1"/>
              </a:buClr>
              <a:buSzPts val="5200"/>
              <a:buNone/>
              <a:defRPr sz="5200">
                <a:solidFill>
                  <a:schemeClr val="dk1"/>
                </a:solidFill>
              </a:defRPr>
            </a:lvl7pPr>
            <a:lvl8pPr lvl="7" algn="ctr">
              <a:spcBef>
                <a:spcPts val="0"/>
              </a:spcBef>
              <a:spcAft>
                <a:spcPts val="0"/>
              </a:spcAft>
              <a:buClr>
                <a:schemeClr val="dk1"/>
              </a:buClr>
              <a:buSzPts val="5200"/>
              <a:buNone/>
              <a:defRPr sz="5200">
                <a:solidFill>
                  <a:schemeClr val="dk1"/>
                </a:solidFill>
              </a:defRPr>
            </a:lvl8pPr>
            <a:lvl9pPr lvl="8" algn="ctr">
              <a:spcBef>
                <a:spcPts val="0"/>
              </a:spcBef>
              <a:spcAft>
                <a:spcPts val="0"/>
              </a:spcAft>
              <a:buClr>
                <a:schemeClr val="dk1"/>
              </a:buClr>
              <a:buSzPts val="5200"/>
              <a:buNone/>
              <a:defRPr sz="5200">
                <a:solidFill>
                  <a:schemeClr val="dk1"/>
                </a:solidFill>
              </a:defRPr>
            </a:lvl9pPr>
          </a:lstStyle>
          <a:p/>
        </p:txBody>
      </p:sp>
      <p:sp>
        <p:nvSpPr>
          <p:cNvPr id="10" name="Google Shape;10;p2"/>
          <p:cNvSpPr txBox="1"/>
          <p:nvPr>
            <p:ph idx="1" type="subTitle"/>
          </p:nvPr>
        </p:nvSpPr>
        <p:spPr>
          <a:xfrm>
            <a:off x="905802" y="3895500"/>
            <a:ext cx="2461500" cy="708600"/>
          </a:xfrm>
          <a:prstGeom prst="rect">
            <a:avLst/>
          </a:prstGeom>
          <a:noFill/>
        </p:spPr>
        <p:txBody>
          <a:bodyPr anchorCtr="0" anchor="ctr"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3"/>
          <p:cNvSpPr txBox="1"/>
          <p:nvPr>
            <p:ph type="title"/>
          </p:nvPr>
        </p:nvSpPr>
        <p:spPr>
          <a:xfrm>
            <a:off x="713100" y="2353350"/>
            <a:ext cx="4213200" cy="8418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sz="5000">
                <a:solidFill>
                  <a:schemeClr val="dk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3" name="Google Shape;13;p3"/>
          <p:cNvSpPr txBox="1"/>
          <p:nvPr>
            <p:ph hasCustomPrompt="1" idx="2" type="title"/>
          </p:nvPr>
        </p:nvSpPr>
        <p:spPr>
          <a:xfrm>
            <a:off x="713100" y="1631713"/>
            <a:ext cx="1208700" cy="8418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48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4" name="Google Shape;14;p3"/>
          <p:cNvSpPr txBox="1"/>
          <p:nvPr>
            <p:ph idx="1" type="subTitle"/>
          </p:nvPr>
        </p:nvSpPr>
        <p:spPr>
          <a:xfrm>
            <a:off x="983800" y="3886004"/>
            <a:ext cx="2657100" cy="63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4"/>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7" name="Google Shape;17;p4"/>
          <p:cNvSpPr txBox="1"/>
          <p:nvPr>
            <p:ph idx="1" type="body"/>
          </p:nvPr>
        </p:nvSpPr>
        <p:spPr>
          <a:xfrm>
            <a:off x="720000" y="1139552"/>
            <a:ext cx="7704000" cy="3416400"/>
          </a:xfrm>
          <a:prstGeom prst="rect">
            <a:avLst/>
          </a:prstGeom>
        </p:spPr>
        <p:txBody>
          <a:bodyPr anchorCtr="0" anchor="t" bIns="91425" lIns="91425" spcFirstLastPara="1" rIns="91425" wrap="square" tIns="91425">
            <a:noAutofit/>
          </a:bodyPr>
          <a:lstStyle>
            <a:lvl1pPr indent="-292100" lvl="0" marL="457200" rtl="0">
              <a:spcBef>
                <a:spcPts val="0"/>
              </a:spcBef>
              <a:spcAft>
                <a:spcPts val="0"/>
              </a:spcAft>
              <a:buClr>
                <a:schemeClr val="dk1"/>
              </a:buClr>
              <a:buSzPts val="1000"/>
              <a:buChar char="●"/>
              <a:defRPr sz="1200">
                <a:solidFill>
                  <a:srgbClr val="434343"/>
                </a:solidFill>
              </a:defRPr>
            </a:lvl1pPr>
            <a:lvl2pPr indent="-317500" lvl="1" marL="914400" rtl="0">
              <a:lnSpc>
                <a:spcPct val="115000"/>
              </a:lnSpc>
              <a:spcBef>
                <a:spcPts val="1600"/>
              </a:spcBef>
              <a:spcAft>
                <a:spcPts val="0"/>
              </a:spcAft>
              <a:buClr>
                <a:schemeClr val="dk1"/>
              </a:buClr>
              <a:buSzPts val="1400"/>
              <a:buChar char="○"/>
              <a:defRPr>
                <a:solidFill>
                  <a:srgbClr val="434343"/>
                </a:solidFill>
              </a:defRPr>
            </a:lvl2pPr>
            <a:lvl3pPr indent="-317500" lvl="2" marL="1371600" rtl="0">
              <a:lnSpc>
                <a:spcPct val="115000"/>
              </a:lnSpc>
              <a:spcBef>
                <a:spcPts val="1600"/>
              </a:spcBef>
              <a:spcAft>
                <a:spcPts val="0"/>
              </a:spcAft>
              <a:buClr>
                <a:schemeClr val="dk1"/>
              </a:buClr>
              <a:buSzPts val="1400"/>
              <a:buChar char="■"/>
              <a:defRPr>
                <a:solidFill>
                  <a:srgbClr val="434343"/>
                </a:solidFill>
              </a:defRPr>
            </a:lvl3pPr>
            <a:lvl4pPr indent="-317500" lvl="3" marL="1828800" rtl="0">
              <a:lnSpc>
                <a:spcPct val="115000"/>
              </a:lnSpc>
              <a:spcBef>
                <a:spcPts val="1600"/>
              </a:spcBef>
              <a:spcAft>
                <a:spcPts val="0"/>
              </a:spcAft>
              <a:buClr>
                <a:schemeClr val="dk1"/>
              </a:buClr>
              <a:buSzPts val="1400"/>
              <a:buChar char="●"/>
              <a:defRPr>
                <a:solidFill>
                  <a:srgbClr val="434343"/>
                </a:solidFill>
              </a:defRPr>
            </a:lvl4pPr>
            <a:lvl5pPr indent="-317500" lvl="4" marL="2286000" rtl="0">
              <a:lnSpc>
                <a:spcPct val="115000"/>
              </a:lnSpc>
              <a:spcBef>
                <a:spcPts val="1600"/>
              </a:spcBef>
              <a:spcAft>
                <a:spcPts val="0"/>
              </a:spcAft>
              <a:buClr>
                <a:schemeClr val="dk1"/>
              </a:buClr>
              <a:buSzPts val="1400"/>
              <a:buChar char="○"/>
              <a:defRPr>
                <a:solidFill>
                  <a:srgbClr val="434343"/>
                </a:solidFill>
              </a:defRPr>
            </a:lvl5pPr>
            <a:lvl6pPr indent="-317500" lvl="5" marL="2743200" rtl="0">
              <a:lnSpc>
                <a:spcPct val="115000"/>
              </a:lnSpc>
              <a:spcBef>
                <a:spcPts val="1600"/>
              </a:spcBef>
              <a:spcAft>
                <a:spcPts val="0"/>
              </a:spcAft>
              <a:buClr>
                <a:schemeClr val="dk1"/>
              </a:buClr>
              <a:buSzPts val="1400"/>
              <a:buChar char="■"/>
              <a:defRPr>
                <a:solidFill>
                  <a:srgbClr val="434343"/>
                </a:solidFill>
              </a:defRPr>
            </a:lvl6pPr>
            <a:lvl7pPr indent="-317500" lvl="6" marL="3200400" rtl="0">
              <a:lnSpc>
                <a:spcPct val="115000"/>
              </a:lnSpc>
              <a:spcBef>
                <a:spcPts val="1600"/>
              </a:spcBef>
              <a:spcAft>
                <a:spcPts val="0"/>
              </a:spcAft>
              <a:buClr>
                <a:schemeClr val="dk1"/>
              </a:buClr>
              <a:buSzPts val="1400"/>
              <a:buChar char="●"/>
              <a:defRPr>
                <a:solidFill>
                  <a:srgbClr val="434343"/>
                </a:solidFill>
              </a:defRPr>
            </a:lvl7pPr>
            <a:lvl8pPr indent="-317500" lvl="7" marL="3657600" rtl="0">
              <a:lnSpc>
                <a:spcPct val="115000"/>
              </a:lnSpc>
              <a:spcBef>
                <a:spcPts val="1600"/>
              </a:spcBef>
              <a:spcAft>
                <a:spcPts val="0"/>
              </a:spcAft>
              <a:buClr>
                <a:schemeClr val="dk1"/>
              </a:buClr>
              <a:buSzPts val="1400"/>
              <a:buChar char="○"/>
              <a:defRPr>
                <a:solidFill>
                  <a:srgbClr val="434343"/>
                </a:solidFill>
              </a:defRPr>
            </a:lvl8pPr>
            <a:lvl9pPr indent="-317500" lvl="8" marL="4114800" rtl="0">
              <a:lnSpc>
                <a:spcPct val="115000"/>
              </a:lnSpc>
              <a:spcBef>
                <a:spcPts val="1600"/>
              </a:spcBef>
              <a:spcAft>
                <a:spcPts val="1600"/>
              </a:spcAft>
              <a:buClr>
                <a:schemeClr val="dk1"/>
              </a:buClr>
              <a:buSzPts val="1400"/>
              <a:buChar char="■"/>
              <a:defRPr>
                <a:solidFill>
                  <a:srgbClr val="434343"/>
                </a:solidFill>
              </a:defRPr>
            </a:lvl9pPr>
          </a:lstStyle>
          <a:p/>
        </p:txBody>
      </p:sp>
      <p:sp>
        <p:nvSpPr>
          <p:cNvPr id="18" name="Google Shape;18;p4"/>
          <p:cNvSpPr/>
          <p:nvPr/>
        </p:nvSpPr>
        <p:spPr>
          <a:xfrm>
            <a:off x="0" y="4621775"/>
            <a:ext cx="9144000" cy="527700"/>
          </a:xfrm>
          <a:prstGeom prst="rect">
            <a:avLst/>
          </a:prstGeom>
          <a:solidFill>
            <a:srgbClr val="001D75">
              <a:alpha val="804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9" name="Shape 19"/>
        <p:cNvGrpSpPr/>
        <p:nvPr/>
      </p:nvGrpSpPr>
      <p:grpSpPr>
        <a:xfrm>
          <a:off x="0" y="0"/>
          <a:ext cx="0" cy="0"/>
          <a:chOff x="0" y="0"/>
          <a:chExt cx="0" cy="0"/>
        </a:xfrm>
      </p:grpSpPr>
      <p:sp>
        <p:nvSpPr>
          <p:cNvPr id="20" name="Google Shape;20;p5"/>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1" name="Google Shape;21;p5"/>
          <p:cNvSpPr txBox="1"/>
          <p:nvPr>
            <p:ph idx="2" type="title"/>
          </p:nvPr>
        </p:nvSpPr>
        <p:spPr>
          <a:xfrm>
            <a:off x="3263700" y="1731000"/>
            <a:ext cx="5160300" cy="4062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2000">
                <a:solidFill>
                  <a:schemeClr val="dk1"/>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2" name="Google Shape;22;p5"/>
          <p:cNvSpPr txBox="1"/>
          <p:nvPr>
            <p:ph idx="1" type="subTitle"/>
          </p:nvPr>
        </p:nvSpPr>
        <p:spPr>
          <a:xfrm>
            <a:off x="3263700" y="2052025"/>
            <a:ext cx="51603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b="0" sz="1400">
                <a:solidFill>
                  <a:schemeClr val="dk1"/>
                </a:solidFill>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3" name="Google Shape;23;p5"/>
          <p:cNvSpPr txBox="1"/>
          <p:nvPr>
            <p:ph idx="3" type="title"/>
          </p:nvPr>
        </p:nvSpPr>
        <p:spPr>
          <a:xfrm>
            <a:off x="3263700" y="3164942"/>
            <a:ext cx="5160300" cy="4062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2000">
                <a:solidFill>
                  <a:schemeClr val="dk1"/>
                </a:solidFill>
              </a:defRPr>
            </a:lvl1pPr>
            <a:lvl2pPr lvl="1" rtl="0" algn="r">
              <a:spcBef>
                <a:spcPts val="0"/>
              </a:spcBef>
              <a:spcAft>
                <a:spcPts val="0"/>
              </a:spcAft>
              <a:buSzPts val="3000"/>
              <a:buNone/>
              <a:defRPr/>
            </a:lvl2pPr>
            <a:lvl3pPr lvl="2" rtl="0" algn="r">
              <a:spcBef>
                <a:spcPts val="0"/>
              </a:spcBef>
              <a:spcAft>
                <a:spcPts val="0"/>
              </a:spcAft>
              <a:buSzPts val="3000"/>
              <a:buNone/>
              <a:defRPr/>
            </a:lvl3pPr>
            <a:lvl4pPr lvl="3" rtl="0" algn="r">
              <a:spcBef>
                <a:spcPts val="0"/>
              </a:spcBef>
              <a:spcAft>
                <a:spcPts val="0"/>
              </a:spcAft>
              <a:buSzPts val="3000"/>
              <a:buNone/>
              <a:defRPr/>
            </a:lvl4pPr>
            <a:lvl5pPr lvl="4" rtl="0" algn="r">
              <a:spcBef>
                <a:spcPts val="0"/>
              </a:spcBef>
              <a:spcAft>
                <a:spcPts val="0"/>
              </a:spcAft>
              <a:buSzPts val="3000"/>
              <a:buNone/>
              <a:defRPr/>
            </a:lvl5pPr>
            <a:lvl6pPr lvl="5" rtl="0" algn="r">
              <a:spcBef>
                <a:spcPts val="0"/>
              </a:spcBef>
              <a:spcAft>
                <a:spcPts val="0"/>
              </a:spcAft>
              <a:buSzPts val="3000"/>
              <a:buNone/>
              <a:defRPr/>
            </a:lvl6pPr>
            <a:lvl7pPr lvl="6" rtl="0" algn="r">
              <a:spcBef>
                <a:spcPts val="0"/>
              </a:spcBef>
              <a:spcAft>
                <a:spcPts val="0"/>
              </a:spcAft>
              <a:buSzPts val="3000"/>
              <a:buNone/>
              <a:defRPr/>
            </a:lvl7pPr>
            <a:lvl8pPr lvl="7" rtl="0" algn="r">
              <a:spcBef>
                <a:spcPts val="0"/>
              </a:spcBef>
              <a:spcAft>
                <a:spcPts val="0"/>
              </a:spcAft>
              <a:buSzPts val="3000"/>
              <a:buNone/>
              <a:defRPr/>
            </a:lvl8pPr>
            <a:lvl9pPr lvl="8" rtl="0" algn="r">
              <a:spcBef>
                <a:spcPts val="0"/>
              </a:spcBef>
              <a:spcAft>
                <a:spcPts val="0"/>
              </a:spcAft>
              <a:buSzPts val="3000"/>
              <a:buNone/>
              <a:defRPr/>
            </a:lvl9pPr>
          </a:lstStyle>
          <a:p/>
        </p:txBody>
      </p:sp>
      <p:sp>
        <p:nvSpPr>
          <p:cNvPr id="24" name="Google Shape;24;p5"/>
          <p:cNvSpPr txBox="1"/>
          <p:nvPr>
            <p:ph idx="4" type="subTitle"/>
          </p:nvPr>
        </p:nvSpPr>
        <p:spPr>
          <a:xfrm>
            <a:off x="3263700" y="3488425"/>
            <a:ext cx="51603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b="0" sz="1400">
                <a:solidFill>
                  <a:schemeClr val="dk1"/>
                </a:solidFill>
              </a:defRPr>
            </a:lvl1pPr>
            <a:lvl2pPr lvl="1" rtl="0" algn="r">
              <a:lnSpc>
                <a:spcPct val="100000"/>
              </a:lnSpc>
              <a:spcBef>
                <a:spcPts val="0"/>
              </a:spcBef>
              <a:spcAft>
                <a:spcPts val="0"/>
              </a:spcAft>
              <a:buSzPts val="2800"/>
              <a:buNone/>
              <a:defRPr sz="2800"/>
            </a:lvl2pPr>
            <a:lvl3pPr lvl="2" rtl="0" algn="r">
              <a:lnSpc>
                <a:spcPct val="100000"/>
              </a:lnSpc>
              <a:spcBef>
                <a:spcPts val="0"/>
              </a:spcBef>
              <a:spcAft>
                <a:spcPts val="0"/>
              </a:spcAft>
              <a:buSzPts val="2800"/>
              <a:buNone/>
              <a:defRPr sz="2800"/>
            </a:lvl3pPr>
            <a:lvl4pPr lvl="3" rtl="0" algn="r">
              <a:lnSpc>
                <a:spcPct val="100000"/>
              </a:lnSpc>
              <a:spcBef>
                <a:spcPts val="0"/>
              </a:spcBef>
              <a:spcAft>
                <a:spcPts val="0"/>
              </a:spcAft>
              <a:buSzPts val="2800"/>
              <a:buNone/>
              <a:defRPr sz="2800"/>
            </a:lvl4pPr>
            <a:lvl5pPr lvl="4" rtl="0" algn="r">
              <a:lnSpc>
                <a:spcPct val="100000"/>
              </a:lnSpc>
              <a:spcBef>
                <a:spcPts val="0"/>
              </a:spcBef>
              <a:spcAft>
                <a:spcPts val="0"/>
              </a:spcAft>
              <a:buSzPts val="2800"/>
              <a:buNone/>
              <a:defRPr sz="2800"/>
            </a:lvl5pPr>
            <a:lvl6pPr lvl="5" rtl="0" algn="r">
              <a:lnSpc>
                <a:spcPct val="100000"/>
              </a:lnSpc>
              <a:spcBef>
                <a:spcPts val="0"/>
              </a:spcBef>
              <a:spcAft>
                <a:spcPts val="0"/>
              </a:spcAft>
              <a:buSzPts val="2800"/>
              <a:buNone/>
              <a:defRPr sz="2800"/>
            </a:lvl6pPr>
            <a:lvl7pPr lvl="6" rtl="0" algn="r">
              <a:lnSpc>
                <a:spcPct val="100000"/>
              </a:lnSpc>
              <a:spcBef>
                <a:spcPts val="0"/>
              </a:spcBef>
              <a:spcAft>
                <a:spcPts val="0"/>
              </a:spcAft>
              <a:buSzPts val="2800"/>
              <a:buNone/>
              <a:defRPr sz="2800"/>
            </a:lvl7pPr>
            <a:lvl8pPr lvl="7" rtl="0" algn="r">
              <a:lnSpc>
                <a:spcPct val="100000"/>
              </a:lnSpc>
              <a:spcBef>
                <a:spcPts val="0"/>
              </a:spcBef>
              <a:spcAft>
                <a:spcPts val="0"/>
              </a:spcAft>
              <a:buSzPts val="2800"/>
              <a:buNone/>
              <a:defRPr sz="2800"/>
            </a:lvl8pPr>
            <a:lvl9pPr lvl="8" rtl="0" algn="r">
              <a:lnSpc>
                <a:spcPct val="100000"/>
              </a:lnSpc>
              <a:spcBef>
                <a:spcPts val="0"/>
              </a:spcBef>
              <a:spcAft>
                <a:spcPts val="0"/>
              </a:spcAft>
              <a:buSzPts val="2800"/>
              <a:buNone/>
              <a:defRPr sz="28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720000" y="539400"/>
            <a:ext cx="7704000" cy="5727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7" name="Google Shape;27;p6"/>
          <p:cNvSpPr/>
          <p:nvPr/>
        </p:nvSpPr>
        <p:spPr>
          <a:xfrm>
            <a:off x="0" y="4621775"/>
            <a:ext cx="9144000" cy="527700"/>
          </a:xfrm>
          <a:prstGeom prst="rect">
            <a:avLst/>
          </a:prstGeom>
          <a:solidFill>
            <a:srgbClr val="001D75">
              <a:alpha val="804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idx="1" type="body"/>
          </p:nvPr>
        </p:nvSpPr>
        <p:spPr>
          <a:xfrm>
            <a:off x="4572000" y="1783738"/>
            <a:ext cx="3858900" cy="22851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Char char="●"/>
              <a:defRPr>
                <a:solidFill>
                  <a:srgbClr val="434343"/>
                </a:solidFill>
              </a:defRPr>
            </a:lvl1pPr>
            <a:lvl2pPr indent="-317500" lvl="1" marL="914400" rtl="0">
              <a:lnSpc>
                <a:spcPct val="115000"/>
              </a:lnSpc>
              <a:spcBef>
                <a:spcPts val="0"/>
              </a:spcBef>
              <a:spcAft>
                <a:spcPts val="0"/>
              </a:spcAft>
              <a:buSzPts val="1400"/>
              <a:buChar char="○"/>
              <a:defRPr>
                <a:solidFill>
                  <a:srgbClr val="434343"/>
                </a:solidFill>
              </a:defRPr>
            </a:lvl2pPr>
            <a:lvl3pPr indent="-317500" lvl="2" marL="1371600" rtl="0">
              <a:lnSpc>
                <a:spcPct val="115000"/>
              </a:lnSpc>
              <a:spcBef>
                <a:spcPts val="1600"/>
              </a:spcBef>
              <a:spcAft>
                <a:spcPts val="0"/>
              </a:spcAft>
              <a:buSzPts val="1400"/>
              <a:buChar char="■"/>
              <a:defRPr>
                <a:solidFill>
                  <a:srgbClr val="434343"/>
                </a:solidFill>
              </a:defRPr>
            </a:lvl3pPr>
            <a:lvl4pPr indent="-317500" lvl="3" marL="1828800" rtl="0">
              <a:lnSpc>
                <a:spcPct val="115000"/>
              </a:lnSpc>
              <a:spcBef>
                <a:spcPts val="1600"/>
              </a:spcBef>
              <a:spcAft>
                <a:spcPts val="0"/>
              </a:spcAft>
              <a:buSzPts val="1400"/>
              <a:buChar char="●"/>
              <a:defRPr>
                <a:solidFill>
                  <a:srgbClr val="434343"/>
                </a:solidFill>
              </a:defRPr>
            </a:lvl4pPr>
            <a:lvl5pPr indent="-317500" lvl="4" marL="2286000" rtl="0">
              <a:lnSpc>
                <a:spcPct val="115000"/>
              </a:lnSpc>
              <a:spcBef>
                <a:spcPts val="1600"/>
              </a:spcBef>
              <a:spcAft>
                <a:spcPts val="0"/>
              </a:spcAft>
              <a:buSzPts val="1400"/>
              <a:buChar char="○"/>
              <a:defRPr>
                <a:solidFill>
                  <a:srgbClr val="434343"/>
                </a:solidFill>
              </a:defRPr>
            </a:lvl5pPr>
            <a:lvl6pPr indent="-317500" lvl="5" marL="2743200" rtl="0">
              <a:lnSpc>
                <a:spcPct val="115000"/>
              </a:lnSpc>
              <a:spcBef>
                <a:spcPts val="1600"/>
              </a:spcBef>
              <a:spcAft>
                <a:spcPts val="0"/>
              </a:spcAft>
              <a:buSzPts val="1400"/>
              <a:buChar char="■"/>
              <a:defRPr>
                <a:solidFill>
                  <a:srgbClr val="434343"/>
                </a:solidFill>
              </a:defRPr>
            </a:lvl6pPr>
            <a:lvl7pPr indent="-317500" lvl="6" marL="3200400" rtl="0">
              <a:lnSpc>
                <a:spcPct val="115000"/>
              </a:lnSpc>
              <a:spcBef>
                <a:spcPts val="1600"/>
              </a:spcBef>
              <a:spcAft>
                <a:spcPts val="0"/>
              </a:spcAft>
              <a:buSzPts val="1400"/>
              <a:buChar char="●"/>
              <a:defRPr>
                <a:solidFill>
                  <a:srgbClr val="434343"/>
                </a:solidFill>
              </a:defRPr>
            </a:lvl7pPr>
            <a:lvl8pPr indent="-317500" lvl="7" marL="3657600" rtl="0">
              <a:lnSpc>
                <a:spcPct val="115000"/>
              </a:lnSpc>
              <a:spcBef>
                <a:spcPts val="1600"/>
              </a:spcBef>
              <a:spcAft>
                <a:spcPts val="0"/>
              </a:spcAft>
              <a:buSzPts val="1400"/>
              <a:buChar char="○"/>
              <a:defRPr>
                <a:solidFill>
                  <a:srgbClr val="434343"/>
                </a:solidFill>
              </a:defRPr>
            </a:lvl8pPr>
            <a:lvl9pPr indent="-317500" lvl="8" marL="4114800" rtl="0">
              <a:lnSpc>
                <a:spcPct val="115000"/>
              </a:lnSpc>
              <a:spcBef>
                <a:spcPts val="1600"/>
              </a:spcBef>
              <a:spcAft>
                <a:spcPts val="1600"/>
              </a:spcAft>
              <a:buSzPts val="1400"/>
              <a:buChar char="■"/>
              <a:defRPr>
                <a:solidFill>
                  <a:srgbClr val="434343"/>
                </a:solidFill>
              </a:defRPr>
            </a:lvl9pPr>
          </a:lstStyle>
          <a:p/>
        </p:txBody>
      </p:sp>
      <p:sp>
        <p:nvSpPr>
          <p:cNvPr id="30" name="Google Shape;30;p7"/>
          <p:cNvSpPr txBox="1"/>
          <p:nvPr>
            <p:ph type="title"/>
          </p:nvPr>
        </p:nvSpPr>
        <p:spPr>
          <a:xfrm>
            <a:off x="4572000" y="1074663"/>
            <a:ext cx="3858900" cy="7092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1" name="Shape 31"/>
        <p:cNvGrpSpPr/>
        <p:nvPr/>
      </p:nvGrpSpPr>
      <p:grpSpPr>
        <a:xfrm>
          <a:off x="0" y="0"/>
          <a:ext cx="0" cy="0"/>
          <a:chOff x="0" y="0"/>
          <a:chExt cx="0" cy="0"/>
        </a:xfrm>
      </p:grpSpPr>
      <p:sp>
        <p:nvSpPr>
          <p:cNvPr id="32" name="Google Shape;32;p8"/>
          <p:cNvSpPr txBox="1"/>
          <p:nvPr>
            <p:ph type="title"/>
          </p:nvPr>
        </p:nvSpPr>
        <p:spPr>
          <a:xfrm>
            <a:off x="2016950" y="1586100"/>
            <a:ext cx="5109900" cy="1971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7200">
                <a:solidFill>
                  <a:schemeClr val="lt1"/>
                </a:solidFill>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3" name="Shape 33"/>
        <p:cNvGrpSpPr/>
        <p:nvPr/>
      </p:nvGrpSpPr>
      <p:grpSpPr>
        <a:xfrm>
          <a:off x="0" y="0"/>
          <a:ext cx="0" cy="0"/>
          <a:chOff x="0" y="0"/>
          <a:chExt cx="0" cy="0"/>
        </a:xfrm>
      </p:grpSpPr>
      <p:sp>
        <p:nvSpPr>
          <p:cNvPr id="34" name="Google Shape;34;p9"/>
          <p:cNvSpPr txBox="1"/>
          <p:nvPr>
            <p:ph type="title"/>
          </p:nvPr>
        </p:nvSpPr>
        <p:spPr>
          <a:xfrm>
            <a:off x="564425" y="2716694"/>
            <a:ext cx="5622900" cy="7713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35" name="Google Shape;35;p9"/>
          <p:cNvSpPr txBox="1"/>
          <p:nvPr>
            <p:ph idx="1" type="subTitle"/>
          </p:nvPr>
        </p:nvSpPr>
        <p:spPr>
          <a:xfrm>
            <a:off x="564550" y="3445501"/>
            <a:ext cx="5622900" cy="115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6" name="Shape 36"/>
        <p:cNvGrpSpPr/>
        <p:nvPr/>
      </p:nvGrpSpPr>
      <p:grpSpPr>
        <a:xfrm>
          <a:off x="0" y="0"/>
          <a:ext cx="0" cy="0"/>
          <a:chOff x="0" y="0"/>
          <a:chExt cx="0" cy="0"/>
        </a:xfrm>
      </p:grpSpPr>
      <p:sp>
        <p:nvSpPr>
          <p:cNvPr id="37" name="Google Shape;37;p10"/>
          <p:cNvSpPr/>
          <p:nvPr/>
        </p:nvSpPr>
        <p:spPr>
          <a:xfrm>
            <a:off x="713100" y="3137900"/>
            <a:ext cx="7717800" cy="2005500"/>
          </a:xfrm>
          <a:prstGeom prst="rect">
            <a:avLst/>
          </a:prstGeom>
          <a:solidFill>
            <a:srgbClr val="001D75">
              <a:alpha val="804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10"/>
          <p:cNvSpPr txBox="1"/>
          <p:nvPr>
            <p:ph type="title"/>
          </p:nvPr>
        </p:nvSpPr>
        <p:spPr>
          <a:xfrm>
            <a:off x="1957900" y="3522775"/>
            <a:ext cx="5228100" cy="1029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solidFill>
                  <a:schemeClr val="lt1"/>
                </a:solidFill>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9" name="Shape 39"/>
        <p:cNvGrpSpPr/>
        <p:nvPr/>
      </p:nvGrpSpPr>
      <p:grpSpPr>
        <a:xfrm>
          <a:off x="0" y="0"/>
          <a:ext cx="0" cy="0"/>
          <a:chOff x="0" y="0"/>
          <a:chExt cx="0" cy="0"/>
        </a:xfrm>
      </p:grpSpPr>
      <p:sp>
        <p:nvSpPr>
          <p:cNvPr id="40" name="Google Shape;40;p11"/>
          <p:cNvSpPr txBox="1"/>
          <p:nvPr>
            <p:ph hasCustomPrompt="1" type="title"/>
          </p:nvPr>
        </p:nvSpPr>
        <p:spPr>
          <a:xfrm>
            <a:off x="4396025" y="1520975"/>
            <a:ext cx="3722700" cy="1050900"/>
          </a:xfrm>
          <a:prstGeom prst="rect">
            <a:avLst/>
          </a:prstGeom>
        </p:spPr>
        <p:txBody>
          <a:bodyPr anchorCtr="0" anchor="ctr" bIns="91425" lIns="91425" spcFirstLastPara="1" rIns="91425" wrap="square" tIns="91425">
            <a:noAutofit/>
          </a:bodyPr>
          <a:lstStyle>
            <a:lvl1pPr lvl="0">
              <a:spcBef>
                <a:spcPts val="0"/>
              </a:spcBef>
              <a:spcAft>
                <a:spcPts val="0"/>
              </a:spcAft>
              <a:buSzPts val="9600"/>
              <a:buNone/>
              <a:defRPr sz="6000">
                <a:solidFill>
                  <a:schemeClr val="dk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41" name="Google Shape;41;p11"/>
          <p:cNvSpPr txBox="1"/>
          <p:nvPr>
            <p:ph idx="1" type="subTitle"/>
          </p:nvPr>
        </p:nvSpPr>
        <p:spPr>
          <a:xfrm>
            <a:off x="4673975" y="2938450"/>
            <a:ext cx="2657100" cy="63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solidFill>
                  <a:schemeClr val="lt1"/>
                </a:solidFill>
              </a:defRPr>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42" name="Shape 4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43" name="Shape 43"/>
        <p:cNvGrpSpPr/>
        <p:nvPr/>
      </p:nvGrpSpPr>
      <p:grpSpPr>
        <a:xfrm>
          <a:off x="0" y="0"/>
          <a:ext cx="0" cy="0"/>
          <a:chOff x="0" y="0"/>
          <a:chExt cx="0" cy="0"/>
        </a:xfrm>
      </p:grpSpPr>
      <p:sp>
        <p:nvSpPr>
          <p:cNvPr id="44" name="Google Shape;44;p13"/>
          <p:cNvSpPr txBox="1"/>
          <p:nvPr>
            <p:ph type="title"/>
          </p:nvPr>
        </p:nvSpPr>
        <p:spPr>
          <a:xfrm>
            <a:off x="720000" y="539400"/>
            <a:ext cx="7704000" cy="572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5" name="Google Shape;45;p13"/>
          <p:cNvSpPr txBox="1"/>
          <p:nvPr>
            <p:ph idx="2" type="title"/>
          </p:nvPr>
        </p:nvSpPr>
        <p:spPr>
          <a:xfrm>
            <a:off x="1685800" y="1649400"/>
            <a:ext cx="2195400" cy="4062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46" name="Google Shape;46;p13"/>
          <p:cNvSpPr txBox="1"/>
          <p:nvPr>
            <p:ph idx="1" type="subTitle"/>
          </p:nvPr>
        </p:nvSpPr>
        <p:spPr>
          <a:xfrm>
            <a:off x="1685800" y="1979400"/>
            <a:ext cx="2195400" cy="550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7" name="Google Shape;47;p13"/>
          <p:cNvSpPr txBox="1"/>
          <p:nvPr>
            <p:ph idx="3" type="title"/>
          </p:nvPr>
        </p:nvSpPr>
        <p:spPr>
          <a:xfrm>
            <a:off x="4943425" y="1649400"/>
            <a:ext cx="2195400" cy="4062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48" name="Google Shape;48;p13"/>
          <p:cNvSpPr txBox="1"/>
          <p:nvPr>
            <p:ph idx="4" type="subTitle"/>
          </p:nvPr>
        </p:nvSpPr>
        <p:spPr>
          <a:xfrm>
            <a:off x="4943425" y="1979400"/>
            <a:ext cx="2195400" cy="550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9" name="Google Shape;49;p13"/>
          <p:cNvSpPr txBox="1"/>
          <p:nvPr>
            <p:ph idx="5" type="title"/>
          </p:nvPr>
        </p:nvSpPr>
        <p:spPr>
          <a:xfrm>
            <a:off x="1685800" y="3180425"/>
            <a:ext cx="2195400" cy="4062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50" name="Google Shape;50;p13"/>
          <p:cNvSpPr txBox="1"/>
          <p:nvPr>
            <p:ph idx="6" type="subTitle"/>
          </p:nvPr>
        </p:nvSpPr>
        <p:spPr>
          <a:xfrm>
            <a:off x="1685800" y="3510425"/>
            <a:ext cx="2195400" cy="550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51" name="Google Shape;51;p13"/>
          <p:cNvSpPr txBox="1"/>
          <p:nvPr>
            <p:ph idx="7" type="title"/>
          </p:nvPr>
        </p:nvSpPr>
        <p:spPr>
          <a:xfrm>
            <a:off x="4943425" y="3180425"/>
            <a:ext cx="2195400" cy="4062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52" name="Google Shape;52;p13"/>
          <p:cNvSpPr txBox="1"/>
          <p:nvPr>
            <p:ph idx="8" type="subTitle"/>
          </p:nvPr>
        </p:nvSpPr>
        <p:spPr>
          <a:xfrm>
            <a:off x="4943425" y="3510425"/>
            <a:ext cx="2195400" cy="550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53" name="Google Shape;53;p13"/>
          <p:cNvSpPr txBox="1"/>
          <p:nvPr>
            <p:ph hasCustomPrompt="1" idx="9" type="title"/>
          </p:nvPr>
        </p:nvSpPr>
        <p:spPr>
          <a:xfrm>
            <a:off x="699700" y="1573200"/>
            <a:ext cx="986100" cy="6600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a:r>
              <a:t>xx%</a:t>
            </a:r>
          </a:p>
        </p:txBody>
      </p:sp>
      <p:sp>
        <p:nvSpPr>
          <p:cNvPr id="54" name="Google Shape;54;p13"/>
          <p:cNvSpPr txBox="1"/>
          <p:nvPr>
            <p:ph hasCustomPrompt="1" idx="13" type="title"/>
          </p:nvPr>
        </p:nvSpPr>
        <p:spPr>
          <a:xfrm>
            <a:off x="699700" y="3104225"/>
            <a:ext cx="986100" cy="6600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600"/>
              <a:buNone/>
              <a:defRPr sz="3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a:r>
              <a:t>xx%</a:t>
            </a:r>
          </a:p>
        </p:txBody>
      </p:sp>
      <p:sp>
        <p:nvSpPr>
          <p:cNvPr id="55" name="Google Shape;55;p13"/>
          <p:cNvSpPr txBox="1"/>
          <p:nvPr>
            <p:ph hasCustomPrompt="1" idx="14" type="title"/>
          </p:nvPr>
        </p:nvSpPr>
        <p:spPr>
          <a:xfrm>
            <a:off x="3957400" y="1573200"/>
            <a:ext cx="986100" cy="6600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600"/>
              <a:buNone/>
              <a:defRPr sz="3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a:r>
              <a:t>xx%</a:t>
            </a:r>
          </a:p>
        </p:txBody>
      </p:sp>
      <p:sp>
        <p:nvSpPr>
          <p:cNvPr id="56" name="Google Shape;56;p13"/>
          <p:cNvSpPr txBox="1"/>
          <p:nvPr>
            <p:ph hasCustomPrompt="1" idx="15" type="title"/>
          </p:nvPr>
        </p:nvSpPr>
        <p:spPr>
          <a:xfrm>
            <a:off x="3957400" y="3104225"/>
            <a:ext cx="986100" cy="6600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600"/>
              <a:buNone/>
              <a:defRPr sz="3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a:r>
              <a:t>xx%</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57" name="Shape 57"/>
        <p:cNvGrpSpPr/>
        <p:nvPr/>
      </p:nvGrpSpPr>
      <p:grpSpPr>
        <a:xfrm>
          <a:off x="0" y="0"/>
          <a:ext cx="0" cy="0"/>
          <a:chOff x="0" y="0"/>
          <a:chExt cx="0" cy="0"/>
        </a:xfrm>
      </p:grpSpPr>
      <p:sp>
        <p:nvSpPr>
          <p:cNvPr id="58" name="Google Shape;58;p14"/>
          <p:cNvSpPr txBox="1"/>
          <p:nvPr>
            <p:ph type="title"/>
          </p:nvPr>
        </p:nvSpPr>
        <p:spPr>
          <a:xfrm>
            <a:off x="713100" y="2991831"/>
            <a:ext cx="4585800" cy="531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sz="2000">
                <a:solidFill>
                  <a:schemeClr val="dk1"/>
                </a:solidFill>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59" name="Google Shape;59;p14"/>
          <p:cNvSpPr txBox="1"/>
          <p:nvPr>
            <p:ph idx="1" type="subTitle"/>
          </p:nvPr>
        </p:nvSpPr>
        <p:spPr>
          <a:xfrm>
            <a:off x="713100" y="1848806"/>
            <a:ext cx="4585800" cy="11430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3000"/>
              <a:buNone/>
              <a:defRPr sz="2000">
                <a:solidFill>
                  <a:schemeClr val="dk1"/>
                </a:solidFill>
              </a:defRPr>
            </a:lvl1pPr>
            <a:lvl2pPr lvl="1" rtl="0" algn="ctr">
              <a:lnSpc>
                <a:spcPct val="100000"/>
              </a:lnSpc>
              <a:spcBef>
                <a:spcPts val="0"/>
              </a:spcBef>
              <a:spcAft>
                <a:spcPts val="0"/>
              </a:spcAft>
              <a:buSzPts val="3000"/>
              <a:buNone/>
              <a:defRPr sz="3000"/>
            </a:lvl2pPr>
            <a:lvl3pPr lvl="2" rtl="0" algn="ctr">
              <a:lnSpc>
                <a:spcPct val="100000"/>
              </a:lnSpc>
              <a:spcBef>
                <a:spcPts val="1600"/>
              </a:spcBef>
              <a:spcAft>
                <a:spcPts val="0"/>
              </a:spcAft>
              <a:buSzPts val="3000"/>
              <a:buNone/>
              <a:defRPr sz="3000"/>
            </a:lvl3pPr>
            <a:lvl4pPr lvl="3" rtl="0" algn="ctr">
              <a:lnSpc>
                <a:spcPct val="100000"/>
              </a:lnSpc>
              <a:spcBef>
                <a:spcPts val="1600"/>
              </a:spcBef>
              <a:spcAft>
                <a:spcPts val="0"/>
              </a:spcAft>
              <a:buSzPts val="3000"/>
              <a:buNone/>
              <a:defRPr sz="3000"/>
            </a:lvl4pPr>
            <a:lvl5pPr lvl="4" rtl="0" algn="ctr">
              <a:lnSpc>
                <a:spcPct val="100000"/>
              </a:lnSpc>
              <a:spcBef>
                <a:spcPts val="1600"/>
              </a:spcBef>
              <a:spcAft>
                <a:spcPts val="0"/>
              </a:spcAft>
              <a:buSzPts val="3000"/>
              <a:buNone/>
              <a:defRPr sz="3000"/>
            </a:lvl5pPr>
            <a:lvl6pPr lvl="5" rtl="0" algn="ctr">
              <a:lnSpc>
                <a:spcPct val="100000"/>
              </a:lnSpc>
              <a:spcBef>
                <a:spcPts val="1600"/>
              </a:spcBef>
              <a:spcAft>
                <a:spcPts val="0"/>
              </a:spcAft>
              <a:buSzPts val="3000"/>
              <a:buNone/>
              <a:defRPr sz="3000"/>
            </a:lvl6pPr>
            <a:lvl7pPr lvl="6" rtl="0" algn="ctr">
              <a:lnSpc>
                <a:spcPct val="100000"/>
              </a:lnSpc>
              <a:spcBef>
                <a:spcPts val="1600"/>
              </a:spcBef>
              <a:spcAft>
                <a:spcPts val="0"/>
              </a:spcAft>
              <a:buSzPts val="3000"/>
              <a:buNone/>
              <a:defRPr sz="3000"/>
            </a:lvl7pPr>
            <a:lvl8pPr lvl="7" rtl="0" algn="ctr">
              <a:lnSpc>
                <a:spcPct val="100000"/>
              </a:lnSpc>
              <a:spcBef>
                <a:spcPts val="1600"/>
              </a:spcBef>
              <a:spcAft>
                <a:spcPts val="0"/>
              </a:spcAft>
              <a:buSzPts val="3000"/>
              <a:buNone/>
              <a:defRPr sz="3000"/>
            </a:lvl8pPr>
            <a:lvl9pPr lvl="8" rtl="0" algn="ctr">
              <a:lnSpc>
                <a:spcPct val="100000"/>
              </a:lnSpc>
              <a:spcBef>
                <a:spcPts val="1600"/>
              </a:spcBef>
              <a:spcAft>
                <a:spcPts val="1600"/>
              </a:spcAft>
              <a:buSzPts val="3000"/>
              <a:buNone/>
              <a:defRPr sz="3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3">
    <p:spTree>
      <p:nvGrpSpPr>
        <p:cNvPr id="60" name="Shape 60"/>
        <p:cNvGrpSpPr/>
        <p:nvPr/>
      </p:nvGrpSpPr>
      <p:grpSpPr>
        <a:xfrm>
          <a:off x="0" y="0"/>
          <a:ext cx="0" cy="0"/>
          <a:chOff x="0" y="0"/>
          <a:chExt cx="0" cy="0"/>
        </a:xfrm>
      </p:grpSpPr>
      <p:sp>
        <p:nvSpPr>
          <p:cNvPr id="61" name="Google Shape;61;p15"/>
          <p:cNvSpPr txBox="1"/>
          <p:nvPr>
            <p:ph type="title"/>
          </p:nvPr>
        </p:nvSpPr>
        <p:spPr>
          <a:xfrm>
            <a:off x="713100" y="1101075"/>
            <a:ext cx="2809500" cy="2014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2" name="Google Shape;62;p15"/>
          <p:cNvSpPr txBox="1"/>
          <p:nvPr>
            <p:ph idx="1" type="subTitle"/>
          </p:nvPr>
        </p:nvSpPr>
        <p:spPr>
          <a:xfrm>
            <a:off x="713100" y="3115725"/>
            <a:ext cx="3594000" cy="926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63" name="Shape 63"/>
        <p:cNvGrpSpPr/>
        <p:nvPr/>
      </p:nvGrpSpPr>
      <p:grpSpPr>
        <a:xfrm>
          <a:off x="0" y="0"/>
          <a:ext cx="0" cy="0"/>
          <a:chOff x="0" y="0"/>
          <a:chExt cx="0" cy="0"/>
        </a:xfrm>
      </p:grpSpPr>
      <p:sp>
        <p:nvSpPr>
          <p:cNvPr id="64" name="Google Shape;64;p16"/>
          <p:cNvSpPr txBox="1"/>
          <p:nvPr>
            <p:ph type="title"/>
          </p:nvPr>
        </p:nvSpPr>
        <p:spPr>
          <a:xfrm>
            <a:off x="4758050" y="2936300"/>
            <a:ext cx="35940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5" name="Google Shape;65;p16"/>
          <p:cNvSpPr txBox="1"/>
          <p:nvPr>
            <p:ph idx="1" type="subTitle"/>
          </p:nvPr>
        </p:nvSpPr>
        <p:spPr>
          <a:xfrm>
            <a:off x="4758050" y="3432800"/>
            <a:ext cx="3594000" cy="821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solidFill>
                  <a:schemeClr val="accent1"/>
                </a:solidFill>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66" name="Shape 66"/>
        <p:cNvGrpSpPr/>
        <p:nvPr/>
      </p:nvGrpSpPr>
      <p:grpSpPr>
        <a:xfrm>
          <a:off x="0" y="0"/>
          <a:ext cx="0" cy="0"/>
          <a:chOff x="0" y="0"/>
          <a:chExt cx="0" cy="0"/>
        </a:xfrm>
      </p:grpSpPr>
      <p:sp>
        <p:nvSpPr>
          <p:cNvPr id="67" name="Google Shape;67;p17"/>
          <p:cNvSpPr txBox="1"/>
          <p:nvPr>
            <p:ph type="title"/>
          </p:nvPr>
        </p:nvSpPr>
        <p:spPr>
          <a:xfrm>
            <a:off x="720075" y="5394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8" name="Google Shape;68;p17"/>
          <p:cNvSpPr txBox="1"/>
          <p:nvPr>
            <p:ph idx="2" type="title"/>
          </p:nvPr>
        </p:nvSpPr>
        <p:spPr>
          <a:xfrm>
            <a:off x="720075" y="2834500"/>
            <a:ext cx="2269500" cy="4062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accent2"/>
              </a:buClr>
              <a:buSzPts val="2500"/>
              <a:buNone/>
              <a:defRPr sz="2000">
                <a:solidFill>
                  <a:schemeClr val="dk1"/>
                </a:solidFill>
              </a:defRPr>
            </a:lvl1pPr>
            <a:lvl2pPr lvl="1" rtl="0" algn="ctr">
              <a:spcBef>
                <a:spcPts val="0"/>
              </a:spcBef>
              <a:spcAft>
                <a:spcPts val="0"/>
              </a:spcAft>
              <a:buClr>
                <a:schemeClr val="accent2"/>
              </a:buClr>
              <a:buSzPts val="2500"/>
              <a:buNone/>
              <a:defRPr sz="2500">
                <a:solidFill>
                  <a:schemeClr val="accent2"/>
                </a:solidFill>
              </a:defRPr>
            </a:lvl2pPr>
            <a:lvl3pPr lvl="2" rtl="0" algn="ctr">
              <a:spcBef>
                <a:spcPts val="0"/>
              </a:spcBef>
              <a:spcAft>
                <a:spcPts val="0"/>
              </a:spcAft>
              <a:buClr>
                <a:schemeClr val="accent2"/>
              </a:buClr>
              <a:buSzPts val="2500"/>
              <a:buNone/>
              <a:defRPr sz="2500">
                <a:solidFill>
                  <a:schemeClr val="accent2"/>
                </a:solidFill>
              </a:defRPr>
            </a:lvl3pPr>
            <a:lvl4pPr lvl="3" rtl="0" algn="ctr">
              <a:spcBef>
                <a:spcPts val="0"/>
              </a:spcBef>
              <a:spcAft>
                <a:spcPts val="0"/>
              </a:spcAft>
              <a:buClr>
                <a:schemeClr val="accent2"/>
              </a:buClr>
              <a:buSzPts val="2500"/>
              <a:buNone/>
              <a:defRPr sz="2500">
                <a:solidFill>
                  <a:schemeClr val="accent2"/>
                </a:solidFill>
              </a:defRPr>
            </a:lvl4pPr>
            <a:lvl5pPr lvl="4" rtl="0" algn="ctr">
              <a:spcBef>
                <a:spcPts val="0"/>
              </a:spcBef>
              <a:spcAft>
                <a:spcPts val="0"/>
              </a:spcAft>
              <a:buClr>
                <a:schemeClr val="accent2"/>
              </a:buClr>
              <a:buSzPts val="2500"/>
              <a:buNone/>
              <a:defRPr sz="2500">
                <a:solidFill>
                  <a:schemeClr val="accent2"/>
                </a:solidFill>
              </a:defRPr>
            </a:lvl5pPr>
            <a:lvl6pPr lvl="5" rtl="0" algn="ctr">
              <a:spcBef>
                <a:spcPts val="0"/>
              </a:spcBef>
              <a:spcAft>
                <a:spcPts val="0"/>
              </a:spcAft>
              <a:buClr>
                <a:schemeClr val="accent2"/>
              </a:buClr>
              <a:buSzPts val="2500"/>
              <a:buNone/>
              <a:defRPr sz="2500">
                <a:solidFill>
                  <a:schemeClr val="accent2"/>
                </a:solidFill>
              </a:defRPr>
            </a:lvl6pPr>
            <a:lvl7pPr lvl="6" rtl="0" algn="ctr">
              <a:spcBef>
                <a:spcPts val="0"/>
              </a:spcBef>
              <a:spcAft>
                <a:spcPts val="0"/>
              </a:spcAft>
              <a:buClr>
                <a:schemeClr val="accent2"/>
              </a:buClr>
              <a:buSzPts val="2500"/>
              <a:buNone/>
              <a:defRPr sz="2500">
                <a:solidFill>
                  <a:schemeClr val="accent2"/>
                </a:solidFill>
              </a:defRPr>
            </a:lvl7pPr>
            <a:lvl8pPr lvl="7" rtl="0" algn="ctr">
              <a:spcBef>
                <a:spcPts val="0"/>
              </a:spcBef>
              <a:spcAft>
                <a:spcPts val="0"/>
              </a:spcAft>
              <a:buClr>
                <a:schemeClr val="accent2"/>
              </a:buClr>
              <a:buSzPts val="2500"/>
              <a:buNone/>
              <a:defRPr sz="2500">
                <a:solidFill>
                  <a:schemeClr val="accent2"/>
                </a:solidFill>
              </a:defRPr>
            </a:lvl8pPr>
            <a:lvl9pPr lvl="8" rtl="0" algn="ctr">
              <a:spcBef>
                <a:spcPts val="0"/>
              </a:spcBef>
              <a:spcAft>
                <a:spcPts val="0"/>
              </a:spcAft>
              <a:buClr>
                <a:schemeClr val="accent2"/>
              </a:buClr>
              <a:buSzPts val="2500"/>
              <a:buNone/>
              <a:defRPr sz="2500">
                <a:solidFill>
                  <a:schemeClr val="accent2"/>
                </a:solidFill>
              </a:defRPr>
            </a:lvl9pPr>
          </a:lstStyle>
          <a:p/>
        </p:txBody>
      </p:sp>
      <p:sp>
        <p:nvSpPr>
          <p:cNvPr id="69" name="Google Shape;69;p17"/>
          <p:cNvSpPr txBox="1"/>
          <p:nvPr>
            <p:ph idx="1" type="subTitle"/>
          </p:nvPr>
        </p:nvSpPr>
        <p:spPr>
          <a:xfrm>
            <a:off x="720075" y="3153125"/>
            <a:ext cx="2269500" cy="869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2"/>
              </a:buClr>
              <a:buSzPts val="1400"/>
              <a:buNone/>
              <a:defRPr sz="1400"/>
            </a:lvl1pPr>
            <a:lvl2pPr lvl="1" rtl="0" algn="ctr">
              <a:lnSpc>
                <a:spcPct val="100000"/>
              </a:lnSpc>
              <a:spcBef>
                <a:spcPts val="0"/>
              </a:spcBef>
              <a:spcAft>
                <a:spcPts val="0"/>
              </a:spcAft>
              <a:buClr>
                <a:schemeClr val="accent2"/>
              </a:buClr>
              <a:buSzPts val="1400"/>
              <a:buNone/>
              <a:defRPr>
                <a:solidFill>
                  <a:schemeClr val="accent2"/>
                </a:solidFill>
              </a:defRPr>
            </a:lvl2pPr>
            <a:lvl3pPr lvl="2" rtl="0" algn="ctr">
              <a:lnSpc>
                <a:spcPct val="100000"/>
              </a:lnSpc>
              <a:spcBef>
                <a:spcPts val="1600"/>
              </a:spcBef>
              <a:spcAft>
                <a:spcPts val="0"/>
              </a:spcAft>
              <a:buClr>
                <a:schemeClr val="accent2"/>
              </a:buClr>
              <a:buSzPts val="1400"/>
              <a:buNone/>
              <a:defRPr>
                <a:solidFill>
                  <a:schemeClr val="accent2"/>
                </a:solidFill>
              </a:defRPr>
            </a:lvl3pPr>
            <a:lvl4pPr lvl="3" rtl="0" algn="ctr">
              <a:lnSpc>
                <a:spcPct val="100000"/>
              </a:lnSpc>
              <a:spcBef>
                <a:spcPts val="1600"/>
              </a:spcBef>
              <a:spcAft>
                <a:spcPts val="0"/>
              </a:spcAft>
              <a:buClr>
                <a:schemeClr val="accent2"/>
              </a:buClr>
              <a:buSzPts val="1400"/>
              <a:buNone/>
              <a:defRPr>
                <a:solidFill>
                  <a:schemeClr val="accent2"/>
                </a:solidFill>
              </a:defRPr>
            </a:lvl4pPr>
            <a:lvl5pPr lvl="4" rtl="0" algn="ctr">
              <a:lnSpc>
                <a:spcPct val="100000"/>
              </a:lnSpc>
              <a:spcBef>
                <a:spcPts val="1600"/>
              </a:spcBef>
              <a:spcAft>
                <a:spcPts val="0"/>
              </a:spcAft>
              <a:buClr>
                <a:schemeClr val="accent2"/>
              </a:buClr>
              <a:buSzPts val="1400"/>
              <a:buNone/>
              <a:defRPr>
                <a:solidFill>
                  <a:schemeClr val="accent2"/>
                </a:solidFill>
              </a:defRPr>
            </a:lvl5pPr>
            <a:lvl6pPr lvl="5" rtl="0" algn="ctr">
              <a:lnSpc>
                <a:spcPct val="100000"/>
              </a:lnSpc>
              <a:spcBef>
                <a:spcPts val="1600"/>
              </a:spcBef>
              <a:spcAft>
                <a:spcPts val="0"/>
              </a:spcAft>
              <a:buClr>
                <a:schemeClr val="accent2"/>
              </a:buClr>
              <a:buSzPts val="1400"/>
              <a:buNone/>
              <a:defRPr>
                <a:solidFill>
                  <a:schemeClr val="accent2"/>
                </a:solidFill>
              </a:defRPr>
            </a:lvl6pPr>
            <a:lvl7pPr lvl="6" rtl="0" algn="ctr">
              <a:lnSpc>
                <a:spcPct val="100000"/>
              </a:lnSpc>
              <a:spcBef>
                <a:spcPts val="1600"/>
              </a:spcBef>
              <a:spcAft>
                <a:spcPts val="0"/>
              </a:spcAft>
              <a:buClr>
                <a:schemeClr val="accent2"/>
              </a:buClr>
              <a:buSzPts val="1400"/>
              <a:buNone/>
              <a:defRPr>
                <a:solidFill>
                  <a:schemeClr val="accent2"/>
                </a:solidFill>
              </a:defRPr>
            </a:lvl7pPr>
            <a:lvl8pPr lvl="7" rtl="0" algn="ctr">
              <a:lnSpc>
                <a:spcPct val="100000"/>
              </a:lnSpc>
              <a:spcBef>
                <a:spcPts val="1600"/>
              </a:spcBef>
              <a:spcAft>
                <a:spcPts val="0"/>
              </a:spcAft>
              <a:buClr>
                <a:schemeClr val="accent2"/>
              </a:buClr>
              <a:buSzPts val="1400"/>
              <a:buNone/>
              <a:defRPr>
                <a:solidFill>
                  <a:schemeClr val="accent2"/>
                </a:solidFill>
              </a:defRPr>
            </a:lvl8pPr>
            <a:lvl9pPr lvl="8" rtl="0" algn="ctr">
              <a:lnSpc>
                <a:spcPct val="100000"/>
              </a:lnSpc>
              <a:spcBef>
                <a:spcPts val="1600"/>
              </a:spcBef>
              <a:spcAft>
                <a:spcPts val="1600"/>
              </a:spcAft>
              <a:buClr>
                <a:schemeClr val="accent2"/>
              </a:buClr>
              <a:buSzPts val="1400"/>
              <a:buNone/>
              <a:defRPr>
                <a:solidFill>
                  <a:schemeClr val="accent2"/>
                </a:solidFill>
              </a:defRPr>
            </a:lvl9pPr>
          </a:lstStyle>
          <a:p/>
        </p:txBody>
      </p:sp>
      <p:sp>
        <p:nvSpPr>
          <p:cNvPr id="70" name="Google Shape;70;p17"/>
          <p:cNvSpPr txBox="1"/>
          <p:nvPr>
            <p:ph idx="3" type="title"/>
          </p:nvPr>
        </p:nvSpPr>
        <p:spPr>
          <a:xfrm>
            <a:off x="3437326" y="2834500"/>
            <a:ext cx="2269500" cy="4062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accent2"/>
              </a:buClr>
              <a:buSzPts val="2500"/>
              <a:buNone/>
              <a:defRPr sz="2000">
                <a:solidFill>
                  <a:schemeClr val="dk1"/>
                </a:solidFill>
              </a:defRPr>
            </a:lvl1pPr>
            <a:lvl2pPr lvl="1" rtl="0" algn="ctr">
              <a:spcBef>
                <a:spcPts val="0"/>
              </a:spcBef>
              <a:spcAft>
                <a:spcPts val="0"/>
              </a:spcAft>
              <a:buClr>
                <a:schemeClr val="accent2"/>
              </a:buClr>
              <a:buSzPts val="2500"/>
              <a:buNone/>
              <a:defRPr sz="2500">
                <a:solidFill>
                  <a:schemeClr val="accent2"/>
                </a:solidFill>
              </a:defRPr>
            </a:lvl2pPr>
            <a:lvl3pPr lvl="2" rtl="0" algn="ctr">
              <a:spcBef>
                <a:spcPts val="0"/>
              </a:spcBef>
              <a:spcAft>
                <a:spcPts val="0"/>
              </a:spcAft>
              <a:buClr>
                <a:schemeClr val="accent2"/>
              </a:buClr>
              <a:buSzPts val="2500"/>
              <a:buNone/>
              <a:defRPr sz="2500">
                <a:solidFill>
                  <a:schemeClr val="accent2"/>
                </a:solidFill>
              </a:defRPr>
            </a:lvl3pPr>
            <a:lvl4pPr lvl="3" rtl="0" algn="ctr">
              <a:spcBef>
                <a:spcPts val="0"/>
              </a:spcBef>
              <a:spcAft>
                <a:spcPts val="0"/>
              </a:spcAft>
              <a:buClr>
                <a:schemeClr val="accent2"/>
              </a:buClr>
              <a:buSzPts val="2500"/>
              <a:buNone/>
              <a:defRPr sz="2500">
                <a:solidFill>
                  <a:schemeClr val="accent2"/>
                </a:solidFill>
              </a:defRPr>
            </a:lvl4pPr>
            <a:lvl5pPr lvl="4" rtl="0" algn="ctr">
              <a:spcBef>
                <a:spcPts val="0"/>
              </a:spcBef>
              <a:spcAft>
                <a:spcPts val="0"/>
              </a:spcAft>
              <a:buClr>
                <a:schemeClr val="accent2"/>
              </a:buClr>
              <a:buSzPts val="2500"/>
              <a:buNone/>
              <a:defRPr sz="2500">
                <a:solidFill>
                  <a:schemeClr val="accent2"/>
                </a:solidFill>
              </a:defRPr>
            </a:lvl5pPr>
            <a:lvl6pPr lvl="5" rtl="0" algn="ctr">
              <a:spcBef>
                <a:spcPts val="0"/>
              </a:spcBef>
              <a:spcAft>
                <a:spcPts val="0"/>
              </a:spcAft>
              <a:buClr>
                <a:schemeClr val="accent2"/>
              </a:buClr>
              <a:buSzPts val="2500"/>
              <a:buNone/>
              <a:defRPr sz="2500">
                <a:solidFill>
                  <a:schemeClr val="accent2"/>
                </a:solidFill>
              </a:defRPr>
            </a:lvl6pPr>
            <a:lvl7pPr lvl="6" rtl="0" algn="ctr">
              <a:spcBef>
                <a:spcPts val="0"/>
              </a:spcBef>
              <a:spcAft>
                <a:spcPts val="0"/>
              </a:spcAft>
              <a:buClr>
                <a:schemeClr val="accent2"/>
              </a:buClr>
              <a:buSzPts val="2500"/>
              <a:buNone/>
              <a:defRPr sz="2500">
                <a:solidFill>
                  <a:schemeClr val="accent2"/>
                </a:solidFill>
              </a:defRPr>
            </a:lvl7pPr>
            <a:lvl8pPr lvl="7" rtl="0" algn="ctr">
              <a:spcBef>
                <a:spcPts val="0"/>
              </a:spcBef>
              <a:spcAft>
                <a:spcPts val="0"/>
              </a:spcAft>
              <a:buClr>
                <a:schemeClr val="accent2"/>
              </a:buClr>
              <a:buSzPts val="2500"/>
              <a:buNone/>
              <a:defRPr sz="2500">
                <a:solidFill>
                  <a:schemeClr val="accent2"/>
                </a:solidFill>
              </a:defRPr>
            </a:lvl8pPr>
            <a:lvl9pPr lvl="8" rtl="0" algn="ctr">
              <a:spcBef>
                <a:spcPts val="0"/>
              </a:spcBef>
              <a:spcAft>
                <a:spcPts val="0"/>
              </a:spcAft>
              <a:buClr>
                <a:schemeClr val="accent2"/>
              </a:buClr>
              <a:buSzPts val="2500"/>
              <a:buNone/>
              <a:defRPr sz="2500">
                <a:solidFill>
                  <a:schemeClr val="accent2"/>
                </a:solidFill>
              </a:defRPr>
            </a:lvl9pPr>
          </a:lstStyle>
          <a:p/>
        </p:txBody>
      </p:sp>
      <p:sp>
        <p:nvSpPr>
          <p:cNvPr id="71" name="Google Shape;71;p17"/>
          <p:cNvSpPr txBox="1"/>
          <p:nvPr>
            <p:ph idx="4" type="subTitle"/>
          </p:nvPr>
        </p:nvSpPr>
        <p:spPr>
          <a:xfrm>
            <a:off x="3437400" y="3153125"/>
            <a:ext cx="2269500" cy="869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2"/>
              </a:buClr>
              <a:buSzPts val="1400"/>
              <a:buNone/>
              <a:defRPr sz="1400"/>
            </a:lvl1pPr>
            <a:lvl2pPr lvl="1" rtl="0" algn="ctr">
              <a:lnSpc>
                <a:spcPct val="100000"/>
              </a:lnSpc>
              <a:spcBef>
                <a:spcPts val="0"/>
              </a:spcBef>
              <a:spcAft>
                <a:spcPts val="0"/>
              </a:spcAft>
              <a:buClr>
                <a:schemeClr val="accent2"/>
              </a:buClr>
              <a:buSzPts val="1400"/>
              <a:buNone/>
              <a:defRPr>
                <a:solidFill>
                  <a:schemeClr val="accent2"/>
                </a:solidFill>
              </a:defRPr>
            </a:lvl2pPr>
            <a:lvl3pPr lvl="2" rtl="0" algn="ctr">
              <a:lnSpc>
                <a:spcPct val="100000"/>
              </a:lnSpc>
              <a:spcBef>
                <a:spcPts val="1600"/>
              </a:spcBef>
              <a:spcAft>
                <a:spcPts val="0"/>
              </a:spcAft>
              <a:buClr>
                <a:schemeClr val="accent2"/>
              </a:buClr>
              <a:buSzPts val="1400"/>
              <a:buNone/>
              <a:defRPr>
                <a:solidFill>
                  <a:schemeClr val="accent2"/>
                </a:solidFill>
              </a:defRPr>
            </a:lvl3pPr>
            <a:lvl4pPr lvl="3" rtl="0" algn="ctr">
              <a:lnSpc>
                <a:spcPct val="100000"/>
              </a:lnSpc>
              <a:spcBef>
                <a:spcPts val="1600"/>
              </a:spcBef>
              <a:spcAft>
                <a:spcPts val="0"/>
              </a:spcAft>
              <a:buClr>
                <a:schemeClr val="accent2"/>
              </a:buClr>
              <a:buSzPts val="1400"/>
              <a:buNone/>
              <a:defRPr>
                <a:solidFill>
                  <a:schemeClr val="accent2"/>
                </a:solidFill>
              </a:defRPr>
            </a:lvl4pPr>
            <a:lvl5pPr lvl="4" rtl="0" algn="ctr">
              <a:lnSpc>
                <a:spcPct val="100000"/>
              </a:lnSpc>
              <a:spcBef>
                <a:spcPts val="1600"/>
              </a:spcBef>
              <a:spcAft>
                <a:spcPts val="0"/>
              </a:spcAft>
              <a:buClr>
                <a:schemeClr val="accent2"/>
              </a:buClr>
              <a:buSzPts val="1400"/>
              <a:buNone/>
              <a:defRPr>
                <a:solidFill>
                  <a:schemeClr val="accent2"/>
                </a:solidFill>
              </a:defRPr>
            </a:lvl5pPr>
            <a:lvl6pPr lvl="5" rtl="0" algn="ctr">
              <a:lnSpc>
                <a:spcPct val="100000"/>
              </a:lnSpc>
              <a:spcBef>
                <a:spcPts val="1600"/>
              </a:spcBef>
              <a:spcAft>
                <a:spcPts val="0"/>
              </a:spcAft>
              <a:buClr>
                <a:schemeClr val="accent2"/>
              </a:buClr>
              <a:buSzPts val="1400"/>
              <a:buNone/>
              <a:defRPr>
                <a:solidFill>
                  <a:schemeClr val="accent2"/>
                </a:solidFill>
              </a:defRPr>
            </a:lvl6pPr>
            <a:lvl7pPr lvl="6" rtl="0" algn="ctr">
              <a:lnSpc>
                <a:spcPct val="100000"/>
              </a:lnSpc>
              <a:spcBef>
                <a:spcPts val="1600"/>
              </a:spcBef>
              <a:spcAft>
                <a:spcPts val="0"/>
              </a:spcAft>
              <a:buClr>
                <a:schemeClr val="accent2"/>
              </a:buClr>
              <a:buSzPts val="1400"/>
              <a:buNone/>
              <a:defRPr>
                <a:solidFill>
                  <a:schemeClr val="accent2"/>
                </a:solidFill>
              </a:defRPr>
            </a:lvl7pPr>
            <a:lvl8pPr lvl="7" rtl="0" algn="ctr">
              <a:lnSpc>
                <a:spcPct val="100000"/>
              </a:lnSpc>
              <a:spcBef>
                <a:spcPts val="1600"/>
              </a:spcBef>
              <a:spcAft>
                <a:spcPts val="0"/>
              </a:spcAft>
              <a:buClr>
                <a:schemeClr val="accent2"/>
              </a:buClr>
              <a:buSzPts val="1400"/>
              <a:buNone/>
              <a:defRPr>
                <a:solidFill>
                  <a:schemeClr val="accent2"/>
                </a:solidFill>
              </a:defRPr>
            </a:lvl8pPr>
            <a:lvl9pPr lvl="8" rtl="0" algn="ctr">
              <a:lnSpc>
                <a:spcPct val="100000"/>
              </a:lnSpc>
              <a:spcBef>
                <a:spcPts val="1600"/>
              </a:spcBef>
              <a:spcAft>
                <a:spcPts val="1600"/>
              </a:spcAft>
              <a:buClr>
                <a:schemeClr val="accent2"/>
              </a:buClr>
              <a:buSzPts val="1400"/>
              <a:buNone/>
              <a:defRPr>
                <a:solidFill>
                  <a:schemeClr val="accent2"/>
                </a:solidFill>
              </a:defRPr>
            </a:lvl9pPr>
          </a:lstStyle>
          <a:p/>
        </p:txBody>
      </p:sp>
      <p:sp>
        <p:nvSpPr>
          <p:cNvPr id="72" name="Google Shape;72;p17"/>
          <p:cNvSpPr txBox="1"/>
          <p:nvPr>
            <p:ph idx="5" type="title"/>
          </p:nvPr>
        </p:nvSpPr>
        <p:spPr>
          <a:xfrm>
            <a:off x="6154726" y="2834500"/>
            <a:ext cx="2269500" cy="4062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accent2"/>
              </a:buClr>
              <a:buSzPts val="2500"/>
              <a:buNone/>
              <a:defRPr sz="2000">
                <a:solidFill>
                  <a:schemeClr val="dk1"/>
                </a:solidFill>
              </a:defRPr>
            </a:lvl1pPr>
            <a:lvl2pPr lvl="1" rtl="0" algn="ctr">
              <a:spcBef>
                <a:spcPts val="0"/>
              </a:spcBef>
              <a:spcAft>
                <a:spcPts val="0"/>
              </a:spcAft>
              <a:buClr>
                <a:schemeClr val="accent2"/>
              </a:buClr>
              <a:buSzPts val="2500"/>
              <a:buNone/>
              <a:defRPr sz="2500">
                <a:solidFill>
                  <a:schemeClr val="accent2"/>
                </a:solidFill>
              </a:defRPr>
            </a:lvl2pPr>
            <a:lvl3pPr lvl="2" rtl="0" algn="ctr">
              <a:spcBef>
                <a:spcPts val="0"/>
              </a:spcBef>
              <a:spcAft>
                <a:spcPts val="0"/>
              </a:spcAft>
              <a:buClr>
                <a:schemeClr val="accent2"/>
              </a:buClr>
              <a:buSzPts val="2500"/>
              <a:buNone/>
              <a:defRPr sz="2500">
                <a:solidFill>
                  <a:schemeClr val="accent2"/>
                </a:solidFill>
              </a:defRPr>
            </a:lvl3pPr>
            <a:lvl4pPr lvl="3" rtl="0" algn="ctr">
              <a:spcBef>
                <a:spcPts val="0"/>
              </a:spcBef>
              <a:spcAft>
                <a:spcPts val="0"/>
              </a:spcAft>
              <a:buClr>
                <a:schemeClr val="accent2"/>
              </a:buClr>
              <a:buSzPts val="2500"/>
              <a:buNone/>
              <a:defRPr sz="2500">
                <a:solidFill>
                  <a:schemeClr val="accent2"/>
                </a:solidFill>
              </a:defRPr>
            </a:lvl4pPr>
            <a:lvl5pPr lvl="4" rtl="0" algn="ctr">
              <a:spcBef>
                <a:spcPts val="0"/>
              </a:spcBef>
              <a:spcAft>
                <a:spcPts val="0"/>
              </a:spcAft>
              <a:buClr>
                <a:schemeClr val="accent2"/>
              </a:buClr>
              <a:buSzPts val="2500"/>
              <a:buNone/>
              <a:defRPr sz="2500">
                <a:solidFill>
                  <a:schemeClr val="accent2"/>
                </a:solidFill>
              </a:defRPr>
            </a:lvl5pPr>
            <a:lvl6pPr lvl="5" rtl="0" algn="ctr">
              <a:spcBef>
                <a:spcPts val="0"/>
              </a:spcBef>
              <a:spcAft>
                <a:spcPts val="0"/>
              </a:spcAft>
              <a:buClr>
                <a:schemeClr val="accent2"/>
              </a:buClr>
              <a:buSzPts val="2500"/>
              <a:buNone/>
              <a:defRPr sz="2500">
                <a:solidFill>
                  <a:schemeClr val="accent2"/>
                </a:solidFill>
              </a:defRPr>
            </a:lvl6pPr>
            <a:lvl7pPr lvl="6" rtl="0" algn="ctr">
              <a:spcBef>
                <a:spcPts val="0"/>
              </a:spcBef>
              <a:spcAft>
                <a:spcPts val="0"/>
              </a:spcAft>
              <a:buClr>
                <a:schemeClr val="accent2"/>
              </a:buClr>
              <a:buSzPts val="2500"/>
              <a:buNone/>
              <a:defRPr sz="2500">
                <a:solidFill>
                  <a:schemeClr val="accent2"/>
                </a:solidFill>
              </a:defRPr>
            </a:lvl7pPr>
            <a:lvl8pPr lvl="7" rtl="0" algn="ctr">
              <a:spcBef>
                <a:spcPts val="0"/>
              </a:spcBef>
              <a:spcAft>
                <a:spcPts val="0"/>
              </a:spcAft>
              <a:buClr>
                <a:schemeClr val="accent2"/>
              </a:buClr>
              <a:buSzPts val="2500"/>
              <a:buNone/>
              <a:defRPr sz="2500">
                <a:solidFill>
                  <a:schemeClr val="accent2"/>
                </a:solidFill>
              </a:defRPr>
            </a:lvl8pPr>
            <a:lvl9pPr lvl="8" rtl="0" algn="ctr">
              <a:spcBef>
                <a:spcPts val="0"/>
              </a:spcBef>
              <a:spcAft>
                <a:spcPts val="0"/>
              </a:spcAft>
              <a:buClr>
                <a:schemeClr val="accent2"/>
              </a:buClr>
              <a:buSzPts val="2500"/>
              <a:buNone/>
              <a:defRPr sz="2500">
                <a:solidFill>
                  <a:schemeClr val="accent2"/>
                </a:solidFill>
              </a:defRPr>
            </a:lvl9pPr>
          </a:lstStyle>
          <a:p/>
        </p:txBody>
      </p:sp>
      <p:sp>
        <p:nvSpPr>
          <p:cNvPr id="73" name="Google Shape;73;p17"/>
          <p:cNvSpPr txBox="1"/>
          <p:nvPr>
            <p:ph idx="6" type="subTitle"/>
          </p:nvPr>
        </p:nvSpPr>
        <p:spPr>
          <a:xfrm>
            <a:off x="6154725" y="3153125"/>
            <a:ext cx="2269500" cy="869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2"/>
              </a:buClr>
              <a:buSzPts val="1400"/>
              <a:buNone/>
              <a:defRPr sz="1400"/>
            </a:lvl1pPr>
            <a:lvl2pPr lvl="1" rtl="0" algn="ctr">
              <a:lnSpc>
                <a:spcPct val="100000"/>
              </a:lnSpc>
              <a:spcBef>
                <a:spcPts val="0"/>
              </a:spcBef>
              <a:spcAft>
                <a:spcPts val="0"/>
              </a:spcAft>
              <a:buClr>
                <a:schemeClr val="accent2"/>
              </a:buClr>
              <a:buSzPts val="1400"/>
              <a:buNone/>
              <a:defRPr>
                <a:solidFill>
                  <a:schemeClr val="accent2"/>
                </a:solidFill>
              </a:defRPr>
            </a:lvl2pPr>
            <a:lvl3pPr lvl="2" rtl="0" algn="ctr">
              <a:lnSpc>
                <a:spcPct val="100000"/>
              </a:lnSpc>
              <a:spcBef>
                <a:spcPts val="1600"/>
              </a:spcBef>
              <a:spcAft>
                <a:spcPts val="0"/>
              </a:spcAft>
              <a:buClr>
                <a:schemeClr val="accent2"/>
              </a:buClr>
              <a:buSzPts val="1400"/>
              <a:buNone/>
              <a:defRPr>
                <a:solidFill>
                  <a:schemeClr val="accent2"/>
                </a:solidFill>
              </a:defRPr>
            </a:lvl3pPr>
            <a:lvl4pPr lvl="3" rtl="0" algn="ctr">
              <a:lnSpc>
                <a:spcPct val="100000"/>
              </a:lnSpc>
              <a:spcBef>
                <a:spcPts val="1600"/>
              </a:spcBef>
              <a:spcAft>
                <a:spcPts val="0"/>
              </a:spcAft>
              <a:buClr>
                <a:schemeClr val="accent2"/>
              </a:buClr>
              <a:buSzPts val="1400"/>
              <a:buNone/>
              <a:defRPr>
                <a:solidFill>
                  <a:schemeClr val="accent2"/>
                </a:solidFill>
              </a:defRPr>
            </a:lvl4pPr>
            <a:lvl5pPr lvl="4" rtl="0" algn="ctr">
              <a:lnSpc>
                <a:spcPct val="100000"/>
              </a:lnSpc>
              <a:spcBef>
                <a:spcPts val="1600"/>
              </a:spcBef>
              <a:spcAft>
                <a:spcPts val="0"/>
              </a:spcAft>
              <a:buClr>
                <a:schemeClr val="accent2"/>
              </a:buClr>
              <a:buSzPts val="1400"/>
              <a:buNone/>
              <a:defRPr>
                <a:solidFill>
                  <a:schemeClr val="accent2"/>
                </a:solidFill>
              </a:defRPr>
            </a:lvl5pPr>
            <a:lvl6pPr lvl="5" rtl="0" algn="ctr">
              <a:lnSpc>
                <a:spcPct val="100000"/>
              </a:lnSpc>
              <a:spcBef>
                <a:spcPts val="1600"/>
              </a:spcBef>
              <a:spcAft>
                <a:spcPts val="0"/>
              </a:spcAft>
              <a:buClr>
                <a:schemeClr val="accent2"/>
              </a:buClr>
              <a:buSzPts val="1400"/>
              <a:buNone/>
              <a:defRPr>
                <a:solidFill>
                  <a:schemeClr val="accent2"/>
                </a:solidFill>
              </a:defRPr>
            </a:lvl6pPr>
            <a:lvl7pPr lvl="6" rtl="0" algn="ctr">
              <a:lnSpc>
                <a:spcPct val="100000"/>
              </a:lnSpc>
              <a:spcBef>
                <a:spcPts val="1600"/>
              </a:spcBef>
              <a:spcAft>
                <a:spcPts val="0"/>
              </a:spcAft>
              <a:buClr>
                <a:schemeClr val="accent2"/>
              </a:buClr>
              <a:buSzPts val="1400"/>
              <a:buNone/>
              <a:defRPr>
                <a:solidFill>
                  <a:schemeClr val="accent2"/>
                </a:solidFill>
              </a:defRPr>
            </a:lvl7pPr>
            <a:lvl8pPr lvl="7" rtl="0" algn="ctr">
              <a:lnSpc>
                <a:spcPct val="100000"/>
              </a:lnSpc>
              <a:spcBef>
                <a:spcPts val="1600"/>
              </a:spcBef>
              <a:spcAft>
                <a:spcPts val="0"/>
              </a:spcAft>
              <a:buClr>
                <a:schemeClr val="accent2"/>
              </a:buClr>
              <a:buSzPts val="1400"/>
              <a:buNone/>
              <a:defRPr>
                <a:solidFill>
                  <a:schemeClr val="accent2"/>
                </a:solidFill>
              </a:defRPr>
            </a:lvl8pPr>
            <a:lvl9pPr lvl="8" rtl="0" algn="ctr">
              <a:lnSpc>
                <a:spcPct val="100000"/>
              </a:lnSpc>
              <a:spcBef>
                <a:spcPts val="1600"/>
              </a:spcBef>
              <a:spcAft>
                <a:spcPts val="1600"/>
              </a:spcAft>
              <a:buClr>
                <a:schemeClr val="accent2"/>
              </a:buClr>
              <a:buSzPts val="1400"/>
              <a:buNone/>
              <a:defRPr>
                <a:solidFill>
                  <a:schemeClr val="accent2"/>
                </a:solidFill>
              </a:defRPr>
            </a:lvl9pPr>
          </a:lstStyle>
          <a:p/>
        </p:txBody>
      </p:sp>
      <p:sp>
        <p:nvSpPr>
          <p:cNvPr id="74" name="Google Shape;74;p17"/>
          <p:cNvSpPr/>
          <p:nvPr/>
        </p:nvSpPr>
        <p:spPr>
          <a:xfrm>
            <a:off x="0" y="4621775"/>
            <a:ext cx="9144000" cy="527700"/>
          </a:xfrm>
          <a:prstGeom prst="rect">
            <a:avLst/>
          </a:prstGeom>
          <a:solidFill>
            <a:srgbClr val="001D75">
              <a:alpha val="804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2">
    <p:spTree>
      <p:nvGrpSpPr>
        <p:cNvPr id="75" name="Shape 75"/>
        <p:cNvGrpSpPr/>
        <p:nvPr/>
      </p:nvGrpSpPr>
      <p:grpSpPr>
        <a:xfrm>
          <a:off x="0" y="0"/>
          <a:ext cx="0" cy="0"/>
          <a:chOff x="0" y="0"/>
          <a:chExt cx="0" cy="0"/>
        </a:xfrm>
      </p:grpSpPr>
      <p:sp>
        <p:nvSpPr>
          <p:cNvPr id="76" name="Google Shape;76;p18"/>
          <p:cNvSpPr txBox="1"/>
          <p:nvPr>
            <p:ph type="title"/>
          </p:nvPr>
        </p:nvSpPr>
        <p:spPr>
          <a:xfrm>
            <a:off x="720075" y="5394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7" name="Google Shape;77;p18"/>
          <p:cNvSpPr txBox="1"/>
          <p:nvPr>
            <p:ph idx="2" type="title"/>
          </p:nvPr>
        </p:nvSpPr>
        <p:spPr>
          <a:xfrm>
            <a:off x="720079" y="3492300"/>
            <a:ext cx="1788900" cy="527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78" name="Google Shape;78;p18"/>
          <p:cNvSpPr txBox="1"/>
          <p:nvPr>
            <p:ph idx="1" type="subTitle"/>
          </p:nvPr>
        </p:nvSpPr>
        <p:spPr>
          <a:xfrm>
            <a:off x="720080" y="3943800"/>
            <a:ext cx="2077500" cy="66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79" name="Google Shape;79;p18"/>
          <p:cNvSpPr txBox="1"/>
          <p:nvPr>
            <p:ph idx="3" type="title"/>
          </p:nvPr>
        </p:nvSpPr>
        <p:spPr>
          <a:xfrm>
            <a:off x="720075" y="2348888"/>
            <a:ext cx="1788900" cy="527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80" name="Google Shape;80;p18"/>
          <p:cNvSpPr txBox="1"/>
          <p:nvPr>
            <p:ph idx="4" type="subTitle"/>
          </p:nvPr>
        </p:nvSpPr>
        <p:spPr>
          <a:xfrm>
            <a:off x="720077" y="2800388"/>
            <a:ext cx="2077500" cy="66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81" name="Google Shape;81;p18"/>
          <p:cNvSpPr txBox="1"/>
          <p:nvPr>
            <p:ph idx="5" type="title"/>
          </p:nvPr>
        </p:nvSpPr>
        <p:spPr>
          <a:xfrm>
            <a:off x="720076" y="1205475"/>
            <a:ext cx="1788900" cy="527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82" name="Google Shape;82;p18"/>
          <p:cNvSpPr txBox="1"/>
          <p:nvPr>
            <p:ph idx="6" type="subTitle"/>
          </p:nvPr>
        </p:nvSpPr>
        <p:spPr>
          <a:xfrm>
            <a:off x="720080" y="1656975"/>
            <a:ext cx="2077500" cy="66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6_2_1">
    <p:spTree>
      <p:nvGrpSpPr>
        <p:cNvPr id="83" name="Shape 83"/>
        <p:cNvGrpSpPr/>
        <p:nvPr/>
      </p:nvGrpSpPr>
      <p:grpSpPr>
        <a:xfrm>
          <a:off x="0" y="0"/>
          <a:ext cx="0" cy="0"/>
          <a:chOff x="0" y="0"/>
          <a:chExt cx="0" cy="0"/>
        </a:xfrm>
      </p:grpSpPr>
      <p:sp>
        <p:nvSpPr>
          <p:cNvPr id="84" name="Google Shape;84;p19"/>
          <p:cNvSpPr txBox="1"/>
          <p:nvPr>
            <p:ph type="title"/>
          </p:nvPr>
        </p:nvSpPr>
        <p:spPr>
          <a:xfrm>
            <a:off x="720075" y="5394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5" name="Google Shape;85;p19"/>
          <p:cNvSpPr txBox="1"/>
          <p:nvPr>
            <p:ph idx="1" type="body"/>
          </p:nvPr>
        </p:nvSpPr>
        <p:spPr>
          <a:xfrm>
            <a:off x="713100" y="1493700"/>
            <a:ext cx="3858900" cy="3034200"/>
          </a:xfrm>
          <a:prstGeom prst="rect">
            <a:avLst/>
          </a:prstGeom>
        </p:spPr>
        <p:txBody>
          <a:bodyPr anchorCtr="0" anchor="t" bIns="91425" lIns="91425" spcFirstLastPara="1" rIns="91425" wrap="square" tIns="91425">
            <a:noAutofit/>
          </a:bodyPr>
          <a:lstStyle>
            <a:lvl1pPr indent="-292100" lvl="0" marL="457200" rtl="0">
              <a:lnSpc>
                <a:spcPct val="100000"/>
              </a:lnSpc>
              <a:spcBef>
                <a:spcPts val="0"/>
              </a:spcBef>
              <a:spcAft>
                <a:spcPts val="0"/>
              </a:spcAft>
              <a:buClr>
                <a:schemeClr val="dk1"/>
              </a:buClr>
              <a:buSzPts val="1000"/>
              <a:buChar char="●"/>
              <a:defRPr>
                <a:solidFill>
                  <a:schemeClr val="dk1"/>
                </a:solidFill>
              </a:defRPr>
            </a:lvl1pPr>
            <a:lvl2pPr indent="-317500" lvl="1" marL="914400" rtl="0">
              <a:lnSpc>
                <a:spcPct val="115000"/>
              </a:lnSpc>
              <a:spcBef>
                <a:spcPts val="0"/>
              </a:spcBef>
              <a:spcAft>
                <a:spcPts val="0"/>
              </a:spcAft>
              <a:buClr>
                <a:schemeClr val="dk1"/>
              </a:buClr>
              <a:buSzPts val="1400"/>
              <a:buChar char="○"/>
              <a:defRPr>
                <a:solidFill>
                  <a:schemeClr val="dk1"/>
                </a:solidFill>
              </a:defRPr>
            </a:lvl2pPr>
            <a:lvl3pPr indent="-317500" lvl="2" marL="1371600" rtl="0">
              <a:lnSpc>
                <a:spcPct val="115000"/>
              </a:lnSpc>
              <a:spcBef>
                <a:spcPts val="1600"/>
              </a:spcBef>
              <a:spcAft>
                <a:spcPts val="0"/>
              </a:spcAft>
              <a:buClr>
                <a:schemeClr val="dk1"/>
              </a:buClr>
              <a:buSzPts val="1400"/>
              <a:buChar char="■"/>
              <a:defRPr>
                <a:solidFill>
                  <a:schemeClr val="dk1"/>
                </a:solidFill>
              </a:defRPr>
            </a:lvl3pPr>
            <a:lvl4pPr indent="-317500" lvl="3" marL="1828800" rtl="0">
              <a:lnSpc>
                <a:spcPct val="115000"/>
              </a:lnSpc>
              <a:spcBef>
                <a:spcPts val="1600"/>
              </a:spcBef>
              <a:spcAft>
                <a:spcPts val="0"/>
              </a:spcAft>
              <a:buClr>
                <a:schemeClr val="dk1"/>
              </a:buClr>
              <a:buSzPts val="1400"/>
              <a:buChar char="●"/>
              <a:defRPr>
                <a:solidFill>
                  <a:schemeClr val="dk1"/>
                </a:solidFill>
              </a:defRPr>
            </a:lvl4pPr>
            <a:lvl5pPr indent="-317500" lvl="4" marL="2286000" rtl="0">
              <a:lnSpc>
                <a:spcPct val="115000"/>
              </a:lnSpc>
              <a:spcBef>
                <a:spcPts val="1600"/>
              </a:spcBef>
              <a:spcAft>
                <a:spcPts val="0"/>
              </a:spcAft>
              <a:buClr>
                <a:schemeClr val="dk1"/>
              </a:buClr>
              <a:buSzPts val="1400"/>
              <a:buChar char="○"/>
              <a:defRPr>
                <a:solidFill>
                  <a:schemeClr val="dk1"/>
                </a:solidFill>
              </a:defRPr>
            </a:lvl5pPr>
            <a:lvl6pPr indent="-317500" lvl="5" marL="2743200" rtl="0">
              <a:lnSpc>
                <a:spcPct val="115000"/>
              </a:lnSpc>
              <a:spcBef>
                <a:spcPts val="1600"/>
              </a:spcBef>
              <a:spcAft>
                <a:spcPts val="0"/>
              </a:spcAft>
              <a:buClr>
                <a:schemeClr val="dk1"/>
              </a:buClr>
              <a:buSzPts val="1400"/>
              <a:buChar char="■"/>
              <a:defRPr>
                <a:solidFill>
                  <a:schemeClr val="dk1"/>
                </a:solidFill>
              </a:defRPr>
            </a:lvl6pPr>
            <a:lvl7pPr indent="-317500" lvl="6" marL="3200400" rtl="0">
              <a:lnSpc>
                <a:spcPct val="115000"/>
              </a:lnSpc>
              <a:spcBef>
                <a:spcPts val="1600"/>
              </a:spcBef>
              <a:spcAft>
                <a:spcPts val="0"/>
              </a:spcAft>
              <a:buClr>
                <a:schemeClr val="dk1"/>
              </a:buClr>
              <a:buSzPts val="1400"/>
              <a:buChar char="●"/>
              <a:defRPr>
                <a:solidFill>
                  <a:schemeClr val="dk1"/>
                </a:solidFill>
              </a:defRPr>
            </a:lvl7pPr>
            <a:lvl8pPr indent="-317500" lvl="7" marL="3657600" rtl="0">
              <a:lnSpc>
                <a:spcPct val="115000"/>
              </a:lnSpc>
              <a:spcBef>
                <a:spcPts val="1600"/>
              </a:spcBef>
              <a:spcAft>
                <a:spcPts val="0"/>
              </a:spcAft>
              <a:buClr>
                <a:schemeClr val="dk1"/>
              </a:buClr>
              <a:buSzPts val="1400"/>
              <a:buChar char="○"/>
              <a:defRPr>
                <a:solidFill>
                  <a:schemeClr val="dk1"/>
                </a:solidFill>
              </a:defRPr>
            </a:lvl8pPr>
            <a:lvl9pPr indent="-317500" lvl="8" marL="4114800" rtl="0">
              <a:lnSpc>
                <a:spcPct val="115000"/>
              </a:lnSpc>
              <a:spcBef>
                <a:spcPts val="1600"/>
              </a:spcBef>
              <a:spcAft>
                <a:spcPts val="1600"/>
              </a:spcAft>
              <a:buClr>
                <a:schemeClr val="dk1"/>
              </a:buClr>
              <a:buSzPts val="1400"/>
              <a:buChar char="■"/>
              <a:defRPr>
                <a:solidFill>
                  <a:schemeClr val="dk1"/>
                </a:solidFill>
              </a:defRPr>
            </a:lvl9pPr>
          </a:lstStyle>
          <a:p/>
        </p:txBody>
      </p:sp>
      <p:sp>
        <p:nvSpPr>
          <p:cNvPr id="86" name="Google Shape;86;p19"/>
          <p:cNvSpPr txBox="1"/>
          <p:nvPr>
            <p:ph idx="2" type="body"/>
          </p:nvPr>
        </p:nvSpPr>
        <p:spPr>
          <a:xfrm>
            <a:off x="4572000" y="1493700"/>
            <a:ext cx="3858900" cy="3034200"/>
          </a:xfrm>
          <a:prstGeom prst="rect">
            <a:avLst/>
          </a:prstGeom>
        </p:spPr>
        <p:txBody>
          <a:bodyPr anchorCtr="0" anchor="t" bIns="91425" lIns="91425" spcFirstLastPara="1" rIns="91425" wrap="square" tIns="91425">
            <a:noAutofit/>
          </a:bodyPr>
          <a:lstStyle>
            <a:lvl1pPr indent="-292100" lvl="0" marL="457200" rtl="0">
              <a:lnSpc>
                <a:spcPct val="100000"/>
              </a:lnSpc>
              <a:spcBef>
                <a:spcPts val="0"/>
              </a:spcBef>
              <a:spcAft>
                <a:spcPts val="0"/>
              </a:spcAft>
              <a:buClr>
                <a:schemeClr val="dk1"/>
              </a:buClr>
              <a:buSzPts val="1000"/>
              <a:buChar char="●"/>
              <a:defRPr>
                <a:solidFill>
                  <a:schemeClr val="dk1"/>
                </a:solidFill>
              </a:defRPr>
            </a:lvl1pPr>
            <a:lvl2pPr indent="-317500" lvl="1" marL="914400" rtl="0">
              <a:lnSpc>
                <a:spcPct val="115000"/>
              </a:lnSpc>
              <a:spcBef>
                <a:spcPts val="0"/>
              </a:spcBef>
              <a:spcAft>
                <a:spcPts val="0"/>
              </a:spcAft>
              <a:buClr>
                <a:schemeClr val="dk1"/>
              </a:buClr>
              <a:buSzPts val="1400"/>
              <a:buChar char="○"/>
              <a:defRPr>
                <a:solidFill>
                  <a:schemeClr val="dk1"/>
                </a:solidFill>
              </a:defRPr>
            </a:lvl2pPr>
            <a:lvl3pPr indent="-317500" lvl="2" marL="1371600" rtl="0">
              <a:lnSpc>
                <a:spcPct val="115000"/>
              </a:lnSpc>
              <a:spcBef>
                <a:spcPts val="1600"/>
              </a:spcBef>
              <a:spcAft>
                <a:spcPts val="0"/>
              </a:spcAft>
              <a:buClr>
                <a:schemeClr val="dk1"/>
              </a:buClr>
              <a:buSzPts val="1400"/>
              <a:buChar char="■"/>
              <a:defRPr>
                <a:solidFill>
                  <a:schemeClr val="dk1"/>
                </a:solidFill>
              </a:defRPr>
            </a:lvl3pPr>
            <a:lvl4pPr indent="-317500" lvl="3" marL="1828800" rtl="0">
              <a:lnSpc>
                <a:spcPct val="115000"/>
              </a:lnSpc>
              <a:spcBef>
                <a:spcPts val="1600"/>
              </a:spcBef>
              <a:spcAft>
                <a:spcPts val="0"/>
              </a:spcAft>
              <a:buClr>
                <a:schemeClr val="dk1"/>
              </a:buClr>
              <a:buSzPts val="1400"/>
              <a:buChar char="●"/>
              <a:defRPr>
                <a:solidFill>
                  <a:schemeClr val="dk1"/>
                </a:solidFill>
              </a:defRPr>
            </a:lvl4pPr>
            <a:lvl5pPr indent="-317500" lvl="4" marL="2286000" rtl="0">
              <a:lnSpc>
                <a:spcPct val="115000"/>
              </a:lnSpc>
              <a:spcBef>
                <a:spcPts val="1600"/>
              </a:spcBef>
              <a:spcAft>
                <a:spcPts val="0"/>
              </a:spcAft>
              <a:buClr>
                <a:schemeClr val="dk1"/>
              </a:buClr>
              <a:buSzPts val="1400"/>
              <a:buChar char="○"/>
              <a:defRPr>
                <a:solidFill>
                  <a:schemeClr val="dk1"/>
                </a:solidFill>
              </a:defRPr>
            </a:lvl5pPr>
            <a:lvl6pPr indent="-317500" lvl="5" marL="2743200" rtl="0">
              <a:lnSpc>
                <a:spcPct val="115000"/>
              </a:lnSpc>
              <a:spcBef>
                <a:spcPts val="1600"/>
              </a:spcBef>
              <a:spcAft>
                <a:spcPts val="0"/>
              </a:spcAft>
              <a:buClr>
                <a:schemeClr val="dk1"/>
              </a:buClr>
              <a:buSzPts val="1400"/>
              <a:buChar char="■"/>
              <a:defRPr>
                <a:solidFill>
                  <a:schemeClr val="dk1"/>
                </a:solidFill>
              </a:defRPr>
            </a:lvl6pPr>
            <a:lvl7pPr indent="-317500" lvl="6" marL="3200400" rtl="0">
              <a:lnSpc>
                <a:spcPct val="115000"/>
              </a:lnSpc>
              <a:spcBef>
                <a:spcPts val="1600"/>
              </a:spcBef>
              <a:spcAft>
                <a:spcPts val="0"/>
              </a:spcAft>
              <a:buClr>
                <a:schemeClr val="dk1"/>
              </a:buClr>
              <a:buSzPts val="1400"/>
              <a:buChar char="●"/>
              <a:defRPr>
                <a:solidFill>
                  <a:schemeClr val="dk1"/>
                </a:solidFill>
              </a:defRPr>
            </a:lvl7pPr>
            <a:lvl8pPr indent="-317500" lvl="7" marL="3657600" rtl="0">
              <a:lnSpc>
                <a:spcPct val="115000"/>
              </a:lnSpc>
              <a:spcBef>
                <a:spcPts val="1600"/>
              </a:spcBef>
              <a:spcAft>
                <a:spcPts val="0"/>
              </a:spcAft>
              <a:buClr>
                <a:schemeClr val="dk1"/>
              </a:buClr>
              <a:buSzPts val="1400"/>
              <a:buChar char="○"/>
              <a:defRPr>
                <a:solidFill>
                  <a:schemeClr val="dk1"/>
                </a:solidFill>
              </a:defRPr>
            </a:lvl8pPr>
            <a:lvl9pPr indent="-317500" lvl="8" marL="4114800" rtl="0">
              <a:lnSpc>
                <a:spcPct val="115000"/>
              </a:lnSpc>
              <a:spcBef>
                <a:spcPts val="1600"/>
              </a:spcBef>
              <a:spcAft>
                <a:spcPts val="1600"/>
              </a:spcAft>
              <a:buClr>
                <a:schemeClr val="dk1"/>
              </a:buClr>
              <a:buSzPts val="1400"/>
              <a:buChar char="■"/>
              <a:defRPr>
                <a:solidFill>
                  <a:schemeClr val="dk1"/>
                </a:solidFill>
              </a:defRPr>
            </a:lvl9pPr>
          </a:lstStyle>
          <a:p/>
        </p:txBody>
      </p:sp>
      <p:sp>
        <p:nvSpPr>
          <p:cNvPr id="87" name="Google Shape;87;p19"/>
          <p:cNvSpPr/>
          <p:nvPr/>
        </p:nvSpPr>
        <p:spPr>
          <a:xfrm>
            <a:off x="0" y="4621775"/>
            <a:ext cx="9144000" cy="527700"/>
          </a:xfrm>
          <a:prstGeom prst="rect">
            <a:avLst/>
          </a:prstGeom>
          <a:solidFill>
            <a:srgbClr val="001D75">
              <a:alpha val="804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88" name="Shape 88"/>
        <p:cNvGrpSpPr/>
        <p:nvPr/>
      </p:nvGrpSpPr>
      <p:grpSpPr>
        <a:xfrm>
          <a:off x="0" y="0"/>
          <a:ext cx="0" cy="0"/>
          <a:chOff x="0" y="0"/>
          <a:chExt cx="0" cy="0"/>
        </a:xfrm>
      </p:grpSpPr>
      <p:sp>
        <p:nvSpPr>
          <p:cNvPr id="89" name="Google Shape;89;p20"/>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0" name="Google Shape;90;p20"/>
          <p:cNvSpPr txBox="1"/>
          <p:nvPr>
            <p:ph idx="2" type="title"/>
          </p:nvPr>
        </p:nvSpPr>
        <p:spPr>
          <a:xfrm>
            <a:off x="1623300" y="1530626"/>
            <a:ext cx="2678700" cy="4062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1" name="Google Shape;91;p20"/>
          <p:cNvSpPr txBox="1"/>
          <p:nvPr>
            <p:ph idx="1" type="subTitle"/>
          </p:nvPr>
        </p:nvSpPr>
        <p:spPr>
          <a:xfrm>
            <a:off x="1623300" y="1849226"/>
            <a:ext cx="26787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92" name="Google Shape;92;p20"/>
          <p:cNvSpPr txBox="1"/>
          <p:nvPr>
            <p:ph idx="3" type="title"/>
          </p:nvPr>
        </p:nvSpPr>
        <p:spPr>
          <a:xfrm>
            <a:off x="5748760" y="1530630"/>
            <a:ext cx="2678700" cy="4062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3" name="Google Shape;93;p20"/>
          <p:cNvSpPr txBox="1"/>
          <p:nvPr>
            <p:ph idx="4" type="subTitle"/>
          </p:nvPr>
        </p:nvSpPr>
        <p:spPr>
          <a:xfrm>
            <a:off x="5748750" y="1849230"/>
            <a:ext cx="26787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94" name="Google Shape;94;p20"/>
          <p:cNvSpPr txBox="1"/>
          <p:nvPr>
            <p:ph idx="5" type="title"/>
          </p:nvPr>
        </p:nvSpPr>
        <p:spPr>
          <a:xfrm>
            <a:off x="1623300" y="3193176"/>
            <a:ext cx="2678700" cy="4062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5" name="Google Shape;95;p20"/>
          <p:cNvSpPr txBox="1"/>
          <p:nvPr>
            <p:ph idx="6" type="subTitle"/>
          </p:nvPr>
        </p:nvSpPr>
        <p:spPr>
          <a:xfrm>
            <a:off x="1623300" y="3511776"/>
            <a:ext cx="26787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96" name="Google Shape;96;p20"/>
          <p:cNvSpPr txBox="1"/>
          <p:nvPr>
            <p:ph idx="7" type="title"/>
          </p:nvPr>
        </p:nvSpPr>
        <p:spPr>
          <a:xfrm>
            <a:off x="5748760" y="3193180"/>
            <a:ext cx="2678700" cy="4062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7" name="Google Shape;97;p20"/>
          <p:cNvSpPr txBox="1"/>
          <p:nvPr>
            <p:ph idx="8" type="subTitle"/>
          </p:nvPr>
        </p:nvSpPr>
        <p:spPr>
          <a:xfrm>
            <a:off x="5748750" y="3511780"/>
            <a:ext cx="26787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98" name="Google Shape;98;p20"/>
          <p:cNvSpPr/>
          <p:nvPr/>
        </p:nvSpPr>
        <p:spPr>
          <a:xfrm>
            <a:off x="0" y="4621775"/>
            <a:ext cx="9144000" cy="527700"/>
          </a:xfrm>
          <a:prstGeom prst="rect">
            <a:avLst/>
          </a:prstGeom>
          <a:solidFill>
            <a:srgbClr val="001D75">
              <a:alpha val="804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99" name="Shape 99"/>
        <p:cNvGrpSpPr/>
        <p:nvPr/>
      </p:nvGrpSpPr>
      <p:grpSpPr>
        <a:xfrm>
          <a:off x="0" y="0"/>
          <a:ext cx="0" cy="0"/>
          <a:chOff x="0" y="0"/>
          <a:chExt cx="0" cy="0"/>
        </a:xfrm>
      </p:grpSpPr>
      <p:sp>
        <p:nvSpPr>
          <p:cNvPr id="100" name="Google Shape;100;p21"/>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1" name="Google Shape;101;p21"/>
          <p:cNvSpPr txBox="1"/>
          <p:nvPr>
            <p:ph idx="2" type="title"/>
          </p:nvPr>
        </p:nvSpPr>
        <p:spPr>
          <a:xfrm>
            <a:off x="720000" y="1872800"/>
            <a:ext cx="2157900" cy="4062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02" name="Google Shape;102;p21"/>
          <p:cNvSpPr txBox="1"/>
          <p:nvPr>
            <p:ph idx="1" type="subTitle"/>
          </p:nvPr>
        </p:nvSpPr>
        <p:spPr>
          <a:xfrm>
            <a:off x="720000" y="2191400"/>
            <a:ext cx="21579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3" name="Google Shape;103;p21"/>
          <p:cNvSpPr txBox="1"/>
          <p:nvPr>
            <p:ph idx="3" type="title"/>
          </p:nvPr>
        </p:nvSpPr>
        <p:spPr>
          <a:xfrm>
            <a:off x="3493029" y="1872800"/>
            <a:ext cx="2157900" cy="4062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04" name="Google Shape;104;p21"/>
          <p:cNvSpPr txBox="1"/>
          <p:nvPr>
            <p:ph idx="4" type="subTitle"/>
          </p:nvPr>
        </p:nvSpPr>
        <p:spPr>
          <a:xfrm>
            <a:off x="3493029" y="2191400"/>
            <a:ext cx="21579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5" name="Google Shape;105;p21"/>
          <p:cNvSpPr txBox="1"/>
          <p:nvPr>
            <p:ph idx="5" type="title"/>
          </p:nvPr>
        </p:nvSpPr>
        <p:spPr>
          <a:xfrm>
            <a:off x="720000" y="3557002"/>
            <a:ext cx="2157900" cy="4062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06" name="Google Shape;106;p21"/>
          <p:cNvSpPr txBox="1"/>
          <p:nvPr>
            <p:ph idx="6" type="subTitle"/>
          </p:nvPr>
        </p:nvSpPr>
        <p:spPr>
          <a:xfrm>
            <a:off x="720000" y="3875602"/>
            <a:ext cx="21579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7" name="Google Shape;107;p21"/>
          <p:cNvSpPr txBox="1"/>
          <p:nvPr>
            <p:ph idx="7" type="title"/>
          </p:nvPr>
        </p:nvSpPr>
        <p:spPr>
          <a:xfrm>
            <a:off x="3493025" y="3557002"/>
            <a:ext cx="2157900" cy="4062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08" name="Google Shape;108;p21"/>
          <p:cNvSpPr txBox="1"/>
          <p:nvPr>
            <p:ph idx="8" type="subTitle"/>
          </p:nvPr>
        </p:nvSpPr>
        <p:spPr>
          <a:xfrm>
            <a:off x="3493129" y="3875602"/>
            <a:ext cx="21579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9" name="Google Shape;109;p21"/>
          <p:cNvSpPr txBox="1"/>
          <p:nvPr>
            <p:ph idx="9" type="title"/>
          </p:nvPr>
        </p:nvSpPr>
        <p:spPr>
          <a:xfrm>
            <a:off x="6266150" y="1872800"/>
            <a:ext cx="2157900" cy="4062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10" name="Google Shape;110;p21"/>
          <p:cNvSpPr txBox="1"/>
          <p:nvPr>
            <p:ph idx="13" type="subTitle"/>
          </p:nvPr>
        </p:nvSpPr>
        <p:spPr>
          <a:xfrm>
            <a:off x="6266150" y="2191400"/>
            <a:ext cx="21579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11" name="Google Shape;111;p21"/>
          <p:cNvSpPr txBox="1"/>
          <p:nvPr>
            <p:ph idx="14" type="title"/>
          </p:nvPr>
        </p:nvSpPr>
        <p:spPr>
          <a:xfrm>
            <a:off x="6266150" y="3557002"/>
            <a:ext cx="2157900" cy="4062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12" name="Google Shape;112;p21"/>
          <p:cNvSpPr txBox="1"/>
          <p:nvPr>
            <p:ph idx="15" type="subTitle"/>
          </p:nvPr>
        </p:nvSpPr>
        <p:spPr>
          <a:xfrm>
            <a:off x="6266259" y="3875602"/>
            <a:ext cx="21579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13" name="Google Shape;113;p21"/>
          <p:cNvSpPr txBox="1"/>
          <p:nvPr>
            <p:ph hasCustomPrompt="1" idx="16" type="title"/>
          </p:nvPr>
        </p:nvSpPr>
        <p:spPr>
          <a:xfrm>
            <a:off x="720000" y="1212800"/>
            <a:ext cx="986100" cy="6600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a:r>
              <a:t>xx%</a:t>
            </a:r>
          </a:p>
        </p:txBody>
      </p:sp>
      <p:sp>
        <p:nvSpPr>
          <p:cNvPr id="114" name="Google Shape;114;p21"/>
          <p:cNvSpPr txBox="1"/>
          <p:nvPr>
            <p:ph hasCustomPrompt="1" idx="17" type="title"/>
          </p:nvPr>
        </p:nvSpPr>
        <p:spPr>
          <a:xfrm>
            <a:off x="720000" y="2897000"/>
            <a:ext cx="986100" cy="6600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a:r>
              <a:t>xx%</a:t>
            </a:r>
          </a:p>
        </p:txBody>
      </p:sp>
      <p:sp>
        <p:nvSpPr>
          <p:cNvPr id="115" name="Google Shape;115;p21"/>
          <p:cNvSpPr txBox="1"/>
          <p:nvPr>
            <p:ph hasCustomPrompt="1" idx="18" type="title"/>
          </p:nvPr>
        </p:nvSpPr>
        <p:spPr>
          <a:xfrm>
            <a:off x="3493075" y="1212800"/>
            <a:ext cx="986100" cy="6600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a:r>
              <a:t>xx%</a:t>
            </a:r>
          </a:p>
        </p:txBody>
      </p:sp>
      <p:sp>
        <p:nvSpPr>
          <p:cNvPr id="116" name="Google Shape;116;p21"/>
          <p:cNvSpPr txBox="1"/>
          <p:nvPr>
            <p:ph hasCustomPrompt="1" idx="19" type="title"/>
          </p:nvPr>
        </p:nvSpPr>
        <p:spPr>
          <a:xfrm>
            <a:off x="3493075" y="2897000"/>
            <a:ext cx="986100" cy="6600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a:r>
              <a:t>xx%</a:t>
            </a:r>
          </a:p>
        </p:txBody>
      </p:sp>
      <p:sp>
        <p:nvSpPr>
          <p:cNvPr id="117" name="Google Shape;117;p21"/>
          <p:cNvSpPr txBox="1"/>
          <p:nvPr>
            <p:ph hasCustomPrompt="1" idx="20" type="title"/>
          </p:nvPr>
        </p:nvSpPr>
        <p:spPr>
          <a:xfrm>
            <a:off x="6266050" y="1212800"/>
            <a:ext cx="986100" cy="6600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a:r>
              <a:t>xx%</a:t>
            </a:r>
          </a:p>
        </p:txBody>
      </p:sp>
      <p:sp>
        <p:nvSpPr>
          <p:cNvPr id="118" name="Google Shape;118;p21"/>
          <p:cNvSpPr txBox="1"/>
          <p:nvPr>
            <p:ph hasCustomPrompt="1" idx="21" type="title"/>
          </p:nvPr>
        </p:nvSpPr>
        <p:spPr>
          <a:xfrm>
            <a:off x="6266050" y="2897000"/>
            <a:ext cx="986100" cy="6600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a:r>
              <a:t>xx%</a:t>
            </a:r>
          </a:p>
        </p:txBody>
      </p:sp>
      <p:sp>
        <p:nvSpPr>
          <p:cNvPr id="119" name="Google Shape;119;p21"/>
          <p:cNvSpPr/>
          <p:nvPr/>
        </p:nvSpPr>
        <p:spPr>
          <a:xfrm>
            <a:off x="0" y="4621775"/>
            <a:ext cx="9144000" cy="527700"/>
          </a:xfrm>
          <a:prstGeom prst="rect">
            <a:avLst/>
          </a:prstGeom>
          <a:solidFill>
            <a:srgbClr val="001D75">
              <a:alpha val="804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20" name="Shape 120"/>
        <p:cNvGrpSpPr/>
        <p:nvPr/>
      </p:nvGrpSpPr>
      <p:grpSpPr>
        <a:xfrm>
          <a:off x="0" y="0"/>
          <a:ext cx="0" cy="0"/>
          <a:chOff x="0" y="0"/>
          <a:chExt cx="0" cy="0"/>
        </a:xfrm>
      </p:grpSpPr>
      <p:sp>
        <p:nvSpPr>
          <p:cNvPr id="121" name="Google Shape;121;p22"/>
          <p:cNvSpPr txBox="1"/>
          <p:nvPr>
            <p:ph hasCustomPrompt="1" type="title"/>
          </p:nvPr>
        </p:nvSpPr>
        <p:spPr>
          <a:xfrm>
            <a:off x="713100" y="3120803"/>
            <a:ext cx="3790500" cy="645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800"/>
              <a:buNone/>
              <a:defRPr sz="4000"/>
            </a:lvl1pPr>
            <a:lvl2pPr lvl="1" rtl="0" algn="ctr">
              <a:spcBef>
                <a:spcPts val="0"/>
              </a:spcBef>
              <a:spcAft>
                <a:spcPts val="0"/>
              </a:spcAft>
              <a:buSzPts val="3800"/>
              <a:buNone/>
              <a:defRPr sz="3800"/>
            </a:lvl2pPr>
            <a:lvl3pPr lvl="2" rtl="0" algn="ctr">
              <a:spcBef>
                <a:spcPts val="0"/>
              </a:spcBef>
              <a:spcAft>
                <a:spcPts val="0"/>
              </a:spcAft>
              <a:buSzPts val="3800"/>
              <a:buNone/>
              <a:defRPr sz="3800"/>
            </a:lvl3pPr>
            <a:lvl4pPr lvl="3" rtl="0" algn="ctr">
              <a:spcBef>
                <a:spcPts val="0"/>
              </a:spcBef>
              <a:spcAft>
                <a:spcPts val="0"/>
              </a:spcAft>
              <a:buSzPts val="3800"/>
              <a:buNone/>
              <a:defRPr sz="3800"/>
            </a:lvl4pPr>
            <a:lvl5pPr lvl="4" rtl="0" algn="ctr">
              <a:spcBef>
                <a:spcPts val="0"/>
              </a:spcBef>
              <a:spcAft>
                <a:spcPts val="0"/>
              </a:spcAft>
              <a:buSzPts val="3800"/>
              <a:buNone/>
              <a:defRPr sz="3800"/>
            </a:lvl5pPr>
            <a:lvl6pPr lvl="5" rtl="0" algn="ctr">
              <a:spcBef>
                <a:spcPts val="0"/>
              </a:spcBef>
              <a:spcAft>
                <a:spcPts val="0"/>
              </a:spcAft>
              <a:buSzPts val="3800"/>
              <a:buNone/>
              <a:defRPr sz="3800"/>
            </a:lvl6pPr>
            <a:lvl7pPr lvl="6" rtl="0" algn="ctr">
              <a:spcBef>
                <a:spcPts val="0"/>
              </a:spcBef>
              <a:spcAft>
                <a:spcPts val="0"/>
              </a:spcAft>
              <a:buSzPts val="3800"/>
              <a:buNone/>
              <a:defRPr sz="3800"/>
            </a:lvl7pPr>
            <a:lvl8pPr lvl="7" rtl="0" algn="ctr">
              <a:spcBef>
                <a:spcPts val="0"/>
              </a:spcBef>
              <a:spcAft>
                <a:spcPts val="0"/>
              </a:spcAft>
              <a:buSzPts val="3800"/>
              <a:buNone/>
              <a:defRPr sz="3800"/>
            </a:lvl8pPr>
            <a:lvl9pPr lvl="8" rtl="0" algn="ctr">
              <a:spcBef>
                <a:spcPts val="0"/>
              </a:spcBef>
              <a:spcAft>
                <a:spcPts val="0"/>
              </a:spcAft>
              <a:buSzPts val="3800"/>
              <a:buNone/>
              <a:defRPr sz="3800"/>
            </a:lvl9pPr>
          </a:lstStyle>
          <a:p>
            <a:r>
              <a:t>xx%</a:t>
            </a:r>
          </a:p>
        </p:txBody>
      </p:sp>
      <p:sp>
        <p:nvSpPr>
          <p:cNvPr id="122" name="Google Shape;122;p22"/>
          <p:cNvSpPr txBox="1"/>
          <p:nvPr>
            <p:ph idx="1" type="subTitle"/>
          </p:nvPr>
        </p:nvSpPr>
        <p:spPr>
          <a:xfrm>
            <a:off x="713100" y="3765478"/>
            <a:ext cx="3790500" cy="40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123" name="Google Shape;123;p22"/>
          <p:cNvSpPr txBox="1"/>
          <p:nvPr>
            <p:ph hasCustomPrompt="1" idx="2" type="title"/>
          </p:nvPr>
        </p:nvSpPr>
        <p:spPr>
          <a:xfrm>
            <a:off x="4640250" y="3120803"/>
            <a:ext cx="3790500" cy="645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800"/>
              <a:buNone/>
              <a:defRPr sz="4000"/>
            </a:lvl1pPr>
            <a:lvl2pPr lvl="1" rtl="0" algn="ctr">
              <a:spcBef>
                <a:spcPts val="0"/>
              </a:spcBef>
              <a:spcAft>
                <a:spcPts val="0"/>
              </a:spcAft>
              <a:buSzPts val="3800"/>
              <a:buNone/>
              <a:defRPr sz="3800"/>
            </a:lvl2pPr>
            <a:lvl3pPr lvl="2" rtl="0" algn="ctr">
              <a:spcBef>
                <a:spcPts val="0"/>
              </a:spcBef>
              <a:spcAft>
                <a:spcPts val="0"/>
              </a:spcAft>
              <a:buSzPts val="3800"/>
              <a:buNone/>
              <a:defRPr sz="3800"/>
            </a:lvl3pPr>
            <a:lvl4pPr lvl="3" rtl="0" algn="ctr">
              <a:spcBef>
                <a:spcPts val="0"/>
              </a:spcBef>
              <a:spcAft>
                <a:spcPts val="0"/>
              </a:spcAft>
              <a:buSzPts val="3800"/>
              <a:buNone/>
              <a:defRPr sz="3800"/>
            </a:lvl4pPr>
            <a:lvl5pPr lvl="4" rtl="0" algn="ctr">
              <a:spcBef>
                <a:spcPts val="0"/>
              </a:spcBef>
              <a:spcAft>
                <a:spcPts val="0"/>
              </a:spcAft>
              <a:buSzPts val="3800"/>
              <a:buNone/>
              <a:defRPr sz="3800"/>
            </a:lvl5pPr>
            <a:lvl6pPr lvl="5" rtl="0" algn="ctr">
              <a:spcBef>
                <a:spcPts val="0"/>
              </a:spcBef>
              <a:spcAft>
                <a:spcPts val="0"/>
              </a:spcAft>
              <a:buSzPts val="3800"/>
              <a:buNone/>
              <a:defRPr sz="3800"/>
            </a:lvl6pPr>
            <a:lvl7pPr lvl="6" rtl="0" algn="ctr">
              <a:spcBef>
                <a:spcPts val="0"/>
              </a:spcBef>
              <a:spcAft>
                <a:spcPts val="0"/>
              </a:spcAft>
              <a:buSzPts val="3800"/>
              <a:buNone/>
              <a:defRPr sz="3800"/>
            </a:lvl7pPr>
            <a:lvl8pPr lvl="7" rtl="0" algn="ctr">
              <a:spcBef>
                <a:spcPts val="0"/>
              </a:spcBef>
              <a:spcAft>
                <a:spcPts val="0"/>
              </a:spcAft>
              <a:buSzPts val="3800"/>
              <a:buNone/>
              <a:defRPr sz="3800"/>
            </a:lvl8pPr>
            <a:lvl9pPr lvl="8" rtl="0" algn="ctr">
              <a:spcBef>
                <a:spcPts val="0"/>
              </a:spcBef>
              <a:spcAft>
                <a:spcPts val="0"/>
              </a:spcAft>
              <a:buSzPts val="3800"/>
              <a:buNone/>
              <a:defRPr sz="3800"/>
            </a:lvl9pPr>
          </a:lstStyle>
          <a:p>
            <a:r>
              <a:t>xx%</a:t>
            </a:r>
          </a:p>
        </p:txBody>
      </p:sp>
      <p:sp>
        <p:nvSpPr>
          <p:cNvPr id="124" name="Google Shape;124;p22"/>
          <p:cNvSpPr txBox="1"/>
          <p:nvPr>
            <p:ph idx="3" type="subTitle"/>
          </p:nvPr>
        </p:nvSpPr>
        <p:spPr>
          <a:xfrm>
            <a:off x="4640250" y="3765479"/>
            <a:ext cx="3790500" cy="40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2">
    <p:spTree>
      <p:nvGrpSpPr>
        <p:cNvPr id="125" name="Shape 125"/>
        <p:cNvGrpSpPr/>
        <p:nvPr/>
      </p:nvGrpSpPr>
      <p:grpSpPr>
        <a:xfrm>
          <a:off x="0" y="0"/>
          <a:ext cx="0" cy="0"/>
          <a:chOff x="0" y="0"/>
          <a:chExt cx="0" cy="0"/>
        </a:xfrm>
      </p:grpSpPr>
      <p:sp>
        <p:nvSpPr>
          <p:cNvPr id="126" name="Google Shape;126;p23"/>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7" name="Google Shape;127;p23"/>
          <p:cNvSpPr/>
          <p:nvPr/>
        </p:nvSpPr>
        <p:spPr>
          <a:xfrm>
            <a:off x="0" y="4621775"/>
            <a:ext cx="9144000" cy="527700"/>
          </a:xfrm>
          <a:prstGeom prst="rect">
            <a:avLst/>
          </a:prstGeom>
          <a:solidFill>
            <a:srgbClr val="001D75">
              <a:alpha val="804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2_1">
    <p:spTree>
      <p:nvGrpSpPr>
        <p:cNvPr id="128" name="Shape 128"/>
        <p:cNvGrpSpPr/>
        <p:nvPr/>
      </p:nvGrpSpPr>
      <p:grpSpPr>
        <a:xfrm>
          <a:off x="0" y="0"/>
          <a:ext cx="0" cy="0"/>
          <a:chOff x="0" y="0"/>
          <a:chExt cx="0" cy="0"/>
        </a:xfrm>
      </p:grpSpPr>
      <p:sp>
        <p:nvSpPr>
          <p:cNvPr id="129" name="Google Shape;129;p24"/>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30" name="Google Shape;130;p24"/>
          <p:cNvSpPr/>
          <p:nvPr/>
        </p:nvSpPr>
        <p:spPr>
          <a:xfrm>
            <a:off x="0" y="4621775"/>
            <a:ext cx="9144000" cy="527700"/>
          </a:xfrm>
          <a:prstGeom prst="rect">
            <a:avLst/>
          </a:prstGeom>
          <a:solidFill>
            <a:srgbClr val="001D75">
              <a:alpha val="804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2_1_1">
    <p:spTree>
      <p:nvGrpSpPr>
        <p:cNvPr id="131" name="Shape 131"/>
        <p:cNvGrpSpPr/>
        <p:nvPr/>
      </p:nvGrpSpPr>
      <p:grpSpPr>
        <a:xfrm>
          <a:off x="0" y="0"/>
          <a:ext cx="0" cy="0"/>
          <a:chOff x="0" y="0"/>
          <a:chExt cx="0" cy="0"/>
        </a:xfrm>
      </p:grpSpPr>
      <p:sp>
        <p:nvSpPr>
          <p:cNvPr id="132" name="Google Shape;132;p25"/>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33" name="Google Shape;133;p25"/>
          <p:cNvSpPr/>
          <p:nvPr/>
        </p:nvSpPr>
        <p:spPr>
          <a:xfrm>
            <a:off x="0" y="4621775"/>
            <a:ext cx="9144000" cy="527700"/>
          </a:xfrm>
          <a:prstGeom prst="rect">
            <a:avLst/>
          </a:prstGeom>
          <a:solidFill>
            <a:srgbClr val="001D75">
              <a:alpha val="804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134" name="Shape 134"/>
        <p:cNvGrpSpPr/>
        <p:nvPr/>
      </p:nvGrpSpPr>
      <p:grpSpPr>
        <a:xfrm>
          <a:off x="0" y="0"/>
          <a:ext cx="0" cy="0"/>
          <a:chOff x="0" y="0"/>
          <a:chExt cx="0" cy="0"/>
        </a:xfrm>
      </p:grpSpPr>
      <p:sp>
        <p:nvSpPr>
          <p:cNvPr id="135" name="Google Shape;135;p26"/>
          <p:cNvSpPr txBox="1"/>
          <p:nvPr>
            <p:ph type="title"/>
          </p:nvPr>
        </p:nvSpPr>
        <p:spPr>
          <a:xfrm>
            <a:off x="713100" y="539400"/>
            <a:ext cx="3000000" cy="8730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5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36" name="Google Shape;136;p26"/>
          <p:cNvSpPr txBox="1"/>
          <p:nvPr>
            <p:ph idx="1" type="subTitle"/>
          </p:nvPr>
        </p:nvSpPr>
        <p:spPr>
          <a:xfrm>
            <a:off x="713100" y="1412400"/>
            <a:ext cx="3000000" cy="1331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37" name="Google Shape;137;p26"/>
          <p:cNvSpPr txBox="1"/>
          <p:nvPr/>
        </p:nvSpPr>
        <p:spPr>
          <a:xfrm>
            <a:off x="720000" y="3250170"/>
            <a:ext cx="3000000" cy="615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300"/>
              </a:spcBef>
              <a:spcAft>
                <a:spcPts val="0"/>
              </a:spcAft>
              <a:buNone/>
            </a:pPr>
            <a:r>
              <a:rPr lang="en" sz="1000">
                <a:solidFill>
                  <a:schemeClr val="dk1"/>
                </a:solidFill>
                <a:latin typeface="Open Sans"/>
                <a:ea typeface="Open Sans"/>
                <a:cs typeface="Open Sans"/>
                <a:sym typeface="Open Sans"/>
              </a:rPr>
              <a:t>CREDITS: This presentation template was created by </a:t>
            </a:r>
            <a:r>
              <a:rPr b="1" lang="en" sz="1000">
                <a:solidFill>
                  <a:schemeClr val="dk1"/>
                </a:solidFill>
                <a:uFill>
                  <a:noFill/>
                </a:uFill>
                <a:latin typeface="Open Sans"/>
                <a:ea typeface="Open Sans"/>
                <a:cs typeface="Open Sans"/>
                <a:sym typeface="Open Sans"/>
                <a:hlinkClick r:id="rId2">
                  <a:extLst>
                    <a:ext uri="{A12FA001-AC4F-418D-AE19-62706E023703}">
                      <ahyp:hlinkClr val="tx"/>
                    </a:ext>
                  </a:extLst>
                </a:hlinkClick>
              </a:rPr>
              <a:t>Slidesgo</a:t>
            </a:r>
            <a:r>
              <a:rPr lang="en" sz="1000">
                <a:solidFill>
                  <a:schemeClr val="dk1"/>
                </a:solidFill>
                <a:latin typeface="Open Sans"/>
                <a:ea typeface="Open Sans"/>
                <a:cs typeface="Open Sans"/>
                <a:sym typeface="Open Sans"/>
              </a:rPr>
              <a:t>, and includes icons by </a:t>
            </a:r>
            <a:r>
              <a:rPr b="1" lang="en" sz="1000">
                <a:solidFill>
                  <a:schemeClr val="dk1"/>
                </a:solidFill>
                <a:uFill>
                  <a:noFill/>
                </a:uFill>
                <a:latin typeface="Open Sans"/>
                <a:ea typeface="Open Sans"/>
                <a:cs typeface="Open Sans"/>
                <a:sym typeface="Open Sans"/>
                <a:hlinkClick r:id="rId3">
                  <a:extLst>
                    <a:ext uri="{A12FA001-AC4F-418D-AE19-62706E023703}">
                      <ahyp:hlinkClr val="tx"/>
                    </a:ext>
                  </a:extLst>
                </a:hlinkClick>
              </a:rPr>
              <a:t>Flaticon</a:t>
            </a:r>
            <a:r>
              <a:rPr b="1" lang="en" sz="1000">
                <a:solidFill>
                  <a:schemeClr val="dk1"/>
                </a:solidFill>
                <a:latin typeface="Open Sans"/>
                <a:ea typeface="Open Sans"/>
                <a:cs typeface="Open Sans"/>
                <a:sym typeface="Open Sans"/>
              </a:rPr>
              <a:t> </a:t>
            </a:r>
            <a:r>
              <a:rPr lang="en" sz="1000">
                <a:solidFill>
                  <a:schemeClr val="dk1"/>
                </a:solidFill>
                <a:latin typeface="Open Sans"/>
                <a:ea typeface="Open Sans"/>
                <a:cs typeface="Open Sans"/>
                <a:sym typeface="Open Sans"/>
              </a:rPr>
              <a:t>and infographics &amp; images by </a:t>
            </a:r>
            <a:r>
              <a:rPr b="1" lang="en" sz="1000">
                <a:solidFill>
                  <a:schemeClr val="dk1"/>
                </a:solidFill>
                <a:uFill>
                  <a:noFill/>
                </a:uFill>
                <a:latin typeface="Open Sans"/>
                <a:ea typeface="Open Sans"/>
                <a:cs typeface="Open Sans"/>
                <a:sym typeface="Open Sans"/>
                <a:hlinkClick r:id="rId4">
                  <a:extLst>
                    <a:ext uri="{A12FA001-AC4F-418D-AE19-62706E023703}">
                      <ahyp:hlinkClr val="tx"/>
                    </a:ext>
                  </a:extLst>
                </a:hlinkClick>
              </a:rPr>
              <a:t>Freepik</a:t>
            </a:r>
            <a:endParaRPr b="1" sz="1000">
              <a:solidFill>
                <a:schemeClr val="dk1"/>
              </a:solidFill>
              <a:latin typeface="Open Sans"/>
              <a:ea typeface="Open Sans"/>
              <a:cs typeface="Open Sans"/>
              <a:sym typeface="Open San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38" name="Shape 138"/>
        <p:cNvGrpSpPr/>
        <p:nvPr/>
      </p:nvGrpSpPr>
      <p:grpSpPr>
        <a:xfrm>
          <a:off x="0" y="0"/>
          <a:ext cx="0" cy="0"/>
          <a:chOff x="0" y="0"/>
          <a:chExt cx="0" cy="0"/>
        </a:xfrm>
      </p:grpSpPr>
      <p:sp>
        <p:nvSpPr>
          <p:cNvPr id="139" name="Google Shape;139;p27"/>
          <p:cNvSpPr/>
          <p:nvPr/>
        </p:nvSpPr>
        <p:spPr>
          <a:xfrm>
            <a:off x="0" y="4621775"/>
            <a:ext cx="9144000" cy="527700"/>
          </a:xfrm>
          <a:prstGeom prst="rect">
            <a:avLst/>
          </a:prstGeom>
          <a:solidFill>
            <a:srgbClr val="001D75">
              <a:alpha val="804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0" name="Google Shape;140;p27"/>
          <p:cNvGrpSpPr/>
          <p:nvPr/>
        </p:nvGrpSpPr>
        <p:grpSpPr>
          <a:xfrm>
            <a:off x="7956564" y="539404"/>
            <a:ext cx="475800" cy="475800"/>
            <a:chOff x="8424004" y="539404"/>
            <a:chExt cx="475800" cy="475800"/>
          </a:xfrm>
        </p:grpSpPr>
        <p:sp>
          <p:nvSpPr>
            <p:cNvPr id="141" name="Google Shape;141;p27"/>
            <p:cNvSpPr/>
            <p:nvPr/>
          </p:nvSpPr>
          <p:spPr>
            <a:xfrm>
              <a:off x="8424004" y="539404"/>
              <a:ext cx="475800" cy="475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2" name="Google Shape;142;p27"/>
            <p:cNvGrpSpPr/>
            <p:nvPr/>
          </p:nvGrpSpPr>
          <p:grpSpPr>
            <a:xfrm>
              <a:off x="8535398" y="650654"/>
              <a:ext cx="253015" cy="253288"/>
              <a:chOff x="3235438" y="1970604"/>
              <a:chExt cx="354363" cy="354745"/>
            </a:xfrm>
          </p:grpSpPr>
          <p:sp>
            <p:nvSpPr>
              <p:cNvPr id="143" name="Google Shape;143;p27"/>
              <p:cNvSpPr/>
              <p:nvPr/>
            </p:nvSpPr>
            <p:spPr>
              <a:xfrm>
                <a:off x="3235438" y="2125712"/>
                <a:ext cx="132667" cy="199288"/>
              </a:xfrm>
              <a:custGeom>
                <a:rect b="b" l="l" r="r" t="t"/>
                <a:pathLst>
                  <a:path extrusionOk="0" h="6261" w="4168">
                    <a:moveTo>
                      <a:pt x="2102" y="325"/>
                    </a:moveTo>
                    <a:cubicBezTo>
                      <a:pt x="2147" y="325"/>
                      <a:pt x="2191" y="331"/>
                      <a:pt x="2239" y="343"/>
                    </a:cubicBezTo>
                    <a:cubicBezTo>
                      <a:pt x="2953" y="402"/>
                      <a:pt x="3501" y="1021"/>
                      <a:pt x="3501" y="1748"/>
                    </a:cubicBezTo>
                    <a:cubicBezTo>
                      <a:pt x="3501" y="2438"/>
                      <a:pt x="3668" y="3081"/>
                      <a:pt x="3811" y="3414"/>
                    </a:cubicBezTo>
                    <a:lnTo>
                      <a:pt x="3811" y="3438"/>
                    </a:lnTo>
                    <a:cubicBezTo>
                      <a:pt x="3632" y="3534"/>
                      <a:pt x="3310" y="3736"/>
                      <a:pt x="2775" y="3831"/>
                    </a:cubicBezTo>
                    <a:lnTo>
                      <a:pt x="2775" y="3795"/>
                    </a:lnTo>
                    <a:lnTo>
                      <a:pt x="2775" y="3462"/>
                    </a:lnTo>
                    <a:cubicBezTo>
                      <a:pt x="2977" y="3343"/>
                      <a:pt x="3156" y="3164"/>
                      <a:pt x="3299" y="2938"/>
                    </a:cubicBezTo>
                    <a:cubicBezTo>
                      <a:pt x="3513" y="2545"/>
                      <a:pt x="3441" y="2021"/>
                      <a:pt x="3096" y="1712"/>
                    </a:cubicBezTo>
                    <a:cubicBezTo>
                      <a:pt x="2858" y="1486"/>
                      <a:pt x="2429" y="1236"/>
                      <a:pt x="1751" y="1236"/>
                    </a:cubicBezTo>
                    <a:cubicBezTo>
                      <a:pt x="1703" y="1236"/>
                      <a:pt x="1656" y="1248"/>
                      <a:pt x="1632" y="1271"/>
                    </a:cubicBezTo>
                    <a:lnTo>
                      <a:pt x="1286" y="1617"/>
                    </a:lnTo>
                    <a:cubicBezTo>
                      <a:pt x="1227" y="1676"/>
                      <a:pt x="1227" y="1783"/>
                      <a:pt x="1286" y="1843"/>
                    </a:cubicBezTo>
                    <a:cubicBezTo>
                      <a:pt x="1316" y="1873"/>
                      <a:pt x="1358" y="1887"/>
                      <a:pt x="1400" y="1887"/>
                    </a:cubicBezTo>
                    <a:cubicBezTo>
                      <a:pt x="1441" y="1887"/>
                      <a:pt x="1483" y="1873"/>
                      <a:pt x="1513" y="1843"/>
                    </a:cubicBezTo>
                    <a:lnTo>
                      <a:pt x="1810" y="1545"/>
                    </a:lnTo>
                    <a:cubicBezTo>
                      <a:pt x="2239" y="1557"/>
                      <a:pt x="2596" y="1688"/>
                      <a:pt x="2882" y="1950"/>
                    </a:cubicBezTo>
                    <a:cubicBezTo>
                      <a:pt x="3120" y="2152"/>
                      <a:pt x="3156" y="2510"/>
                      <a:pt x="3013" y="2783"/>
                    </a:cubicBezTo>
                    <a:cubicBezTo>
                      <a:pt x="2822" y="3105"/>
                      <a:pt x="2477" y="3319"/>
                      <a:pt x="2084" y="3319"/>
                    </a:cubicBezTo>
                    <a:cubicBezTo>
                      <a:pt x="1513" y="3319"/>
                      <a:pt x="1036" y="2843"/>
                      <a:pt x="1036" y="2260"/>
                    </a:cubicBezTo>
                    <a:cubicBezTo>
                      <a:pt x="1036" y="2164"/>
                      <a:pt x="953" y="2093"/>
                      <a:pt x="870" y="2093"/>
                    </a:cubicBezTo>
                    <a:cubicBezTo>
                      <a:pt x="774" y="2093"/>
                      <a:pt x="703" y="2164"/>
                      <a:pt x="703" y="2260"/>
                    </a:cubicBezTo>
                    <a:cubicBezTo>
                      <a:pt x="703" y="2760"/>
                      <a:pt x="989" y="3224"/>
                      <a:pt x="1405" y="3462"/>
                    </a:cubicBezTo>
                    <a:lnTo>
                      <a:pt x="1405" y="3795"/>
                    </a:lnTo>
                    <a:lnTo>
                      <a:pt x="1405" y="3831"/>
                    </a:lnTo>
                    <a:cubicBezTo>
                      <a:pt x="858" y="3712"/>
                      <a:pt x="524" y="3534"/>
                      <a:pt x="393" y="3438"/>
                    </a:cubicBezTo>
                    <a:cubicBezTo>
                      <a:pt x="393" y="3438"/>
                      <a:pt x="382" y="3438"/>
                      <a:pt x="393" y="3414"/>
                    </a:cubicBezTo>
                    <a:cubicBezTo>
                      <a:pt x="524" y="3081"/>
                      <a:pt x="691" y="2438"/>
                      <a:pt x="703" y="1748"/>
                    </a:cubicBezTo>
                    <a:cubicBezTo>
                      <a:pt x="703" y="1021"/>
                      <a:pt x="1275" y="402"/>
                      <a:pt x="1965" y="343"/>
                    </a:cubicBezTo>
                    <a:cubicBezTo>
                      <a:pt x="2013" y="331"/>
                      <a:pt x="2057" y="325"/>
                      <a:pt x="2102" y="325"/>
                    </a:cubicBezTo>
                    <a:close/>
                    <a:moveTo>
                      <a:pt x="2429" y="3581"/>
                    </a:moveTo>
                    <a:lnTo>
                      <a:pt x="2429" y="3772"/>
                    </a:lnTo>
                    <a:cubicBezTo>
                      <a:pt x="2429" y="3974"/>
                      <a:pt x="2537" y="4153"/>
                      <a:pt x="2715" y="4236"/>
                    </a:cubicBezTo>
                    <a:lnTo>
                      <a:pt x="2822" y="4296"/>
                    </a:lnTo>
                    <a:cubicBezTo>
                      <a:pt x="2668" y="4546"/>
                      <a:pt x="2382" y="4712"/>
                      <a:pt x="2072" y="4712"/>
                    </a:cubicBezTo>
                    <a:cubicBezTo>
                      <a:pt x="1775" y="4712"/>
                      <a:pt x="1489" y="4546"/>
                      <a:pt x="1334" y="4296"/>
                    </a:cubicBezTo>
                    <a:lnTo>
                      <a:pt x="1429" y="4236"/>
                    </a:lnTo>
                    <a:cubicBezTo>
                      <a:pt x="1608" y="4153"/>
                      <a:pt x="1715" y="3974"/>
                      <a:pt x="1715" y="3772"/>
                    </a:cubicBezTo>
                    <a:lnTo>
                      <a:pt x="1715" y="3581"/>
                    </a:lnTo>
                    <a:cubicBezTo>
                      <a:pt x="1834" y="3617"/>
                      <a:pt x="1953" y="3629"/>
                      <a:pt x="2072" y="3629"/>
                    </a:cubicBezTo>
                    <a:cubicBezTo>
                      <a:pt x="2191" y="3629"/>
                      <a:pt x="2310" y="3617"/>
                      <a:pt x="2429" y="3581"/>
                    </a:cubicBezTo>
                    <a:close/>
                    <a:moveTo>
                      <a:pt x="2072" y="0"/>
                    </a:moveTo>
                    <a:cubicBezTo>
                      <a:pt x="2016" y="0"/>
                      <a:pt x="1959" y="3"/>
                      <a:pt x="1906" y="9"/>
                    </a:cubicBezTo>
                    <a:cubicBezTo>
                      <a:pt x="1036" y="81"/>
                      <a:pt x="346" y="855"/>
                      <a:pt x="346" y="1748"/>
                    </a:cubicBezTo>
                    <a:cubicBezTo>
                      <a:pt x="346" y="2391"/>
                      <a:pt x="203" y="2986"/>
                      <a:pt x="60" y="3295"/>
                    </a:cubicBezTo>
                    <a:cubicBezTo>
                      <a:pt x="1" y="3450"/>
                      <a:pt x="48" y="3617"/>
                      <a:pt x="179" y="3700"/>
                    </a:cubicBezTo>
                    <a:cubicBezTo>
                      <a:pt x="322" y="3795"/>
                      <a:pt x="584" y="3950"/>
                      <a:pt x="1036" y="4093"/>
                    </a:cubicBezTo>
                    <a:lnTo>
                      <a:pt x="382" y="4415"/>
                    </a:lnTo>
                    <a:cubicBezTo>
                      <a:pt x="143" y="4534"/>
                      <a:pt x="1" y="4772"/>
                      <a:pt x="1" y="5022"/>
                    </a:cubicBezTo>
                    <a:lnTo>
                      <a:pt x="1" y="6093"/>
                    </a:lnTo>
                    <a:cubicBezTo>
                      <a:pt x="1" y="6189"/>
                      <a:pt x="84" y="6260"/>
                      <a:pt x="167" y="6260"/>
                    </a:cubicBezTo>
                    <a:cubicBezTo>
                      <a:pt x="262" y="6260"/>
                      <a:pt x="334" y="6189"/>
                      <a:pt x="334" y="6093"/>
                    </a:cubicBezTo>
                    <a:lnTo>
                      <a:pt x="334" y="5022"/>
                    </a:lnTo>
                    <a:cubicBezTo>
                      <a:pt x="334" y="4891"/>
                      <a:pt x="405" y="4772"/>
                      <a:pt x="524" y="4700"/>
                    </a:cubicBezTo>
                    <a:lnTo>
                      <a:pt x="1048" y="4450"/>
                    </a:lnTo>
                    <a:cubicBezTo>
                      <a:pt x="1275" y="4807"/>
                      <a:pt x="1656" y="5046"/>
                      <a:pt x="2084" y="5046"/>
                    </a:cubicBezTo>
                    <a:cubicBezTo>
                      <a:pt x="2525" y="5046"/>
                      <a:pt x="2906" y="4819"/>
                      <a:pt x="3132" y="4450"/>
                    </a:cubicBezTo>
                    <a:lnTo>
                      <a:pt x="3656" y="4700"/>
                    </a:lnTo>
                    <a:cubicBezTo>
                      <a:pt x="3775" y="4760"/>
                      <a:pt x="3846" y="4879"/>
                      <a:pt x="3846" y="5022"/>
                    </a:cubicBezTo>
                    <a:lnTo>
                      <a:pt x="3846" y="6093"/>
                    </a:lnTo>
                    <a:cubicBezTo>
                      <a:pt x="3846" y="6189"/>
                      <a:pt x="3918" y="6260"/>
                      <a:pt x="4013" y="6260"/>
                    </a:cubicBezTo>
                    <a:cubicBezTo>
                      <a:pt x="4096" y="6260"/>
                      <a:pt x="4168" y="6189"/>
                      <a:pt x="4168" y="6093"/>
                    </a:cubicBezTo>
                    <a:lnTo>
                      <a:pt x="4168" y="5022"/>
                    </a:lnTo>
                    <a:cubicBezTo>
                      <a:pt x="4156" y="4772"/>
                      <a:pt x="4013" y="4534"/>
                      <a:pt x="3775" y="4415"/>
                    </a:cubicBezTo>
                    <a:lnTo>
                      <a:pt x="3120" y="4093"/>
                    </a:lnTo>
                    <a:cubicBezTo>
                      <a:pt x="3549" y="3974"/>
                      <a:pt x="3834" y="3807"/>
                      <a:pt x="3965" y="3700"/>
                    </a:cubicBezTo>
                    <a:cubicBezTo>
                      <a:pt x="4096" y="3617"/>
                      <a:pt x="4144" y="3450"/>
                      <a:pt x="4084" y="3295"/>
                    </a:cubicBezTo>
                    <a:cubicBezTo>
                      <a:pt x="3953" y="2986"/>
                      <a:pt x="3799" y="2391"/>
                      <a:pt x="3799" y="1748"/>
                    </a:cubicBezTo>
                    <a:cubicBezTo>
                      <a:pt x="3799" y="855"/>
                      <a:pt x="3096" y="81"/>
                      <a:pt x="2239" y="9"/>
                    </a:cubicBezTo>
                    <a:cubicBezTo>
                      <a:pt x="2185" y="3"/>
                      <a:pt x="2129" y="0"/>
                      <a:pt x="207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7"/>
              <p:cNvSpPr/>
              <p:nvPr/>
            </p:nvSpPr>
            <p:spPr>
              <a:xfrm>
                <a:off x="3257433" y="2292373"/>
                <a:ext cx="10249" cy="32626"/>
              </a:xfrm>
              <a:custGeom>
                <a:rect b="b" l="l" r="r" t="t"/>
                <a:pathLst>
                  <a:path extrusionOk="0" h="1025" w="322">
                    <a:moveTo>
                      <a:pt x="167" y="0"/>
                    </a:moveTo>
                    <a:cubicBezTo>
                      <a:pt x="72" y="0"/>
                      <a:pt x="0" y="72"/>
                      <a:pt x="0" y="167"/>
                    </a:cubicBezTo>
                    <a:lnTo>
                      <a:pt x="0" y="857"/>
                    </a:lnTo>
                    <a:cubicBezTo>
                      <a:pt x="0" y="953"/>
                      <a:pt x="72" y="1024"/>
                      <a:pt x="167" y="1024"/>
                    </a:cubicBezTo>
                    <a:cubicBezTo>
                      <a:pt x="250" y="1024"/>
                      <a:pt x="322" y="953"/>
                      <a:pt x="322" y="857"/>
                    </a:cubicBezTo>
                    <a:lnTo>
                      <a:pt x="322" y="167"/>
                    </a:lnTo>
                    <a:cubicBezTo>
                      <a:pt x="322" y="72"/>
                      <a:pt x="250" y="0"/>
                      <a:pt x="16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7"/>
              <p:cNvSpPr/>
              <p:nvPr/>
            </p:nvSpPr>
            <p:spPr>
              <a:xfrm>
                <a:off x="3335098" y="2292373"/>
                <a:ext cx="10281" cy="32626"/>
              </a:xfrm>
              <a:custGeom>
                <a:rect b="b" l="l" r="r" t="t"/>
                <a:pathLst>
                  <a:path extrusionOk="0" h="1025" w="323">
                    <a:moveTo>
                      <a:pt x="168" y="0"/>
                    </a:moveTo>
                    <a:cubicBezTo>
                      <a:pt x="72" y="0"/>
                      <a:pt x="1" y="72"/>
                      <a:pt x="1" y="167"/>
                    </a:cubicBezTo>
                    <a:lnTo>
                      <a:pt x="1" y="857"/>
                    </a:lnTo>
                    <a:cubicBezTo>
                      <a:pt x="1" y="953"/>
                      <a:pt x="72" y="1024"/>
                      <a:pt x="168" y="1024"/>
                    </a:cubicBezTo>
                    <a:cubicBezTo>
                      <a:pt x="251" y="1024"/>
                      <a:pt x="322" y="953"/>
                      <a:pt x="322" y="857"/>
                    </a:cubicBezTo>
                    <a:lnTo>
                      <a:pt x="322" y="167"/>
                    </a:lnTo>
                    <a:cubicBezTo>
                      <a:pt x="322" y="72"/>
                      <a:pt x="251" y="0"/>
                      <a:pt x="1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7"/>
              <p:cNvSpPr/>
              <p:nvPr/>
            </p:nvSpPr>
            <p:spPr>
              <a:xfrm>
                <a:off x="3490110" y="2163685"/>
                <a:ext cx="55734" cy="18430"/>
              </a:xfrm>
              <a:custGeom>
                <a:rect b="b" l="l" r="r" t="t"/>
                <a:pathLst>
                  <a:path extrusionOk="0" h="579" w="1751">
                    <a:moveTo>
                      <a:pt x="649" y="0"/>
                    </a:moveTo>
                    <a:cubicBezTo>
                      <a:pt x="492" y="0"/>
                      <a:pt x="319" y="16"/>
                      <a:pt x="132" y="55"/>
                    </a:cubicBezTo>
                    <a:cubicBezTo>
                      <a:pt x="60" y="66"/>
                      <a:pt x="1" y="138"/>
                      <a:pt x="1" y="221"/>
                    </a:cubicBezTo>
                    <a:lnTo>
                      <a:pt x="1" y="400"/>
                    </a:lnTo>
                    <a:cubicBezTo>
                      <a:pt x="1" y="483"/>
                      <a:pt x="72" y="555"/>
                      <a:pt x="155" y="555"/>
                    </a:cubicBezTo>
                    <a:cubicBezTo>
                      <a:pt x="251" y="555"/>
                      <a:pt x="322" y="483"/>
                      <a:pt x="322" y="400"/>
                    </a:cubicBezTo>
                    <a:lnTo>
                      <a:pt x="322" y="364"/>
                    </a:lnTo>
                    <a:cubicBezTo>
                      <a:pt x="434" y="349"/>
                      <a:pt x="539" y="342"/>
                      <a:pt x="636" y="342"/>
                    </a:cubicBezTo>
                    <a:cubicBezTo>
                      <a:pt x="841" y="342"/>
                      <a:pt x="1011" y="371"/>
                      <a:pt x="1132" y="412"/>
                    </a:cubicBezTo>
                    <a:cubicBezTo>
                      <a:pt x="1334" y="471"/>
                      <a:pt x="1453" y="543"/>
                      <a:pt x="1465" y="543"/>
                    </a:cubicBezTo>
                    <a:cubicBezTo>
                      <a:pt x="1501" y="555"/>
                      <a:pt x="1525" y="578"/>
                      <a:pt x="1560" y="578"/>
                    </a:cubicBezTo>
                    <a:cubicBezTo>
                      <a:pt x="1620" y="578"/>
                      <a:pt x="1667" y="543"/>
                      <a:pt x="1691" y="495"/>
                    </a:cubicBezTo>
                    <a:cubicBezTo>
                      <a:pt x="1751" y="400"/>
                      <a:pt x="1727" y="293"/>
                      <a:pt x="1644" y="245"/>
                    </a:cubicBezTo>
                    <a:cubicBezTo>
                      <a:pt x="1625" y="236"/>
                      <a:pt x="1259" y="0"/>
                      <a:pt x="64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7"/>
              <p:cNvSpPr/>
              <p:nvPr/>
            </p:nvSpPr>
            <p:spPr>
              <a:xfrm>
                <a:off x="3445771" y="2131664"/>
                <a:ext cx="144031" cy="192953"/>
              </a:xfrm>
              <a:custGeom>
                <a:rect b="b" l="l" r="r" t="t"/>
                <a:pathLst>
                  <a:path extrusionOk="0" h="6062" w="4525">
                    <a:moveTo>
                      <a:pt x="3489" y="310"/>
                    </a:moveTo>
                    <a:lnTo>
                      <a:pt x="3489" y="1120"/>
                    </a:lnTo>
                    <a:cubicBezTo>
                      <a:pt x="3489" y="1251"/>
                      <a:pt x="3453" y="1382"/>
                      <a:pt x="3394" y="1525"/>
                    </a:cubicBezTo>
                    <a:lnTo>
                      <a:pt x="3334" y="1656"/>
                    </a:lnTo>
                    <a:cubicBezTo>
                      <a:pt x="3322" y="1680"/>
                      <a:pt x="3322" y="1703"/>
                      <a:pt x="3322" y="1727"/>
                    </a:cubicBezTo>
                    <a:lnTo>
                      <a:pt x="3322" y="2073"/>
                    </a:lnTo>
                    <a:cubicBezTo>
                      <a:pt x="3322" y="2370"/>
                      <a:pt x="3203" y="2632"/>
                      <a:pt x="3001" y="2835"/>
                    </a:cubicBezTo>
                    <a:cubicBezTo>
                      <a:pt x="2796" y="3016"/>
                      <a:pt x="2549" y="3133"/>
                      <a:pt x="2268" y="3133"/>
                    </a:cubicBezTo>
                    <a:cubicBezTo>
                      <a:pt x="2254" y="3133"/>
                      <a:pt x="2241" y="3133"/>
                      <a:pt x="2227" y="3132"/>
                    </a:cubicBezTo>
                    <a:cubicBezTo>
                      <a:pt x="1655" y="3108"/>
                      <a:pt x="1191" y="2608"/>
                      <a:pt x="1191" y="2025"/>
                    </a:cubicBezTo>
                    <a:lnTo>
                      <a:pt x="1191" y="1727"/>
                    </a:lnTo>
                    <a:cubicBezTo>
                      <a:pt x="1191" y="1703"/>
                      <a:pt x="1191" y="1680"/>
                      <a:pt x="1179" y="1656"/>
                    </a:cubicBezTo>
                    <a:lnTo>
                      <a:pt x="1120" y="1525"/>
                    </a:lnTo>
                    <a:cubicBezTo>
                      <a:pt x="1060" y="1406"/>
                      <a:pt x="1036" y="1263"/>
                      <a:pt x="1036" y="1120"/>
                    </a:cubicBezTo>
                    <a:cubicBezTo>
                      <a:pt x="1036" y="668"/>
                      <a:pt x="1394" y="310"/>
                      <a:pt x="1834" y="310"/>
                    </a:cubicBezTo>
                    <a:close/>
                    <a:moveTo>
                      <a:pt x="1727" y="3335"/>
                    </a:moveTo>
                    <a:cubicBezTo>
                      <a:pt x="1882" y="3406"/>
                      <a:pt x="2048" y="3442"/>
                      <a:pt x="2215" y="3454"/>
                    </a:cubicBezTo>
                    <a:lnTo>
                      <a:pt x="2263" y="3454"/>
                    </a:lnTo>
                    <a:cubicBezTo>
                      <a:pt x="2453" y="3454"/>
                      <a:pt x="2632" y="3430"/>
                      <a:pt x="2798" y="3347"/>
                    </a:cubicBezTo>
                    <a:lnTo>
                      <a:pt x="2798" y="3573"/>
                    </a:lnTo>
                    <a:cubicBezTo>
                      <a:pt x="2798" y="3620"/>
                      <a:pt x="2810" y="3680"/>
                      <a:pt x="2810" y="3728"/>
                    </a:cubicBezTo>
                    <a:lnTo>
                      <a:pt x="2263" y="4144"/>
                    </a:lnTo>
                    <a:lnTo>
                      <a:pt x="1715" y="3728"/>
                    </a:lnTo>
                    <a:cubicBezTo>
                      <a:pt x="1727" y="3680"/>
                      <a:pt x="1727" y="3632"/>
                      <a:pt x="1727" y="3573"/>
                    </a:cubicBezTo>
                    <a:lnTo>
                      <a:pt x="1727" y="3335"/>
                    </a:lnTo>
                    <a:close/>
                    <a:moveTo>
                      <a:pt x="1834" y="1"/>
                    </a:moveTo>
                    <a:cubicBezTo>
                      <a:pt x="1203" y="1"/>
                      <a:pt x="703" y="501"/>
                      <a:pt x="703" y="1132"/>
                    </a:cubicBezTo>
                    <a:cubicBezTo>
                      <a:pt x="703" y="1322"/>
                      <a:pt x="751" y="1501"/>
                      <a:pt x="834" y="1668"/>
                    </a:cubicBezTo>
                    <a:lnTo>
                      <a:pt x="882" y="1751"/>
                    </a:lnTo>
                    <a:lnTo>
                      <a:pt x="882" y="2013"/>
                    </a:lnTo>
                    <a:cubicBezTo>
                      <a:pt x="882" y="2454"/>
                      <a:pt x="1084" y="2858"/>
                      <a:pt x="1405" y="3120"/>
                    </a:cubicBezTo>
                    <a:lnTo>
                      <a:pt x="1405" y="3561"/>
                    </a:lnTo>
                    <a:cubicBezTo>
                      <a:pt x="1405" y="3632"/>
                      <a:pt x="1358" y="3704"/>
                      <a:pt x="1286" y="3739"/>
                    </a:cubicBezTo>
                    <a:lnTo>
                      <a:pt x="453" y="4049"/>
                    </a:lnTo>
                    <a:cubicBezTo>
                      <a:pt x="179" y="4156"/>
                      <a:pt x="1" y="4406"/>
                      <a:pt x="1" y="4692"/>
                    </a:cubicBezTo>
                    <a:lnTo>
                      <a:pt x="1" y="5894"/>
                    </a:lnTo>
                    <a:cubicBezTo>
                      <a:pt x="1" y="5990"/>
                      <a:pt x="72" y="6061"/>
                      <a:pt x="167" y="6061"/>
                    </a:cubicBezTo>
                    <a:cubicBezTo>
                      <a:pt x="251" y="6061"/>
                      <a:pt x="334" y="5990"/>
                      <a:pt x="334" y="5894"/>
                    </a:cubicBezTo>
                    <a:lnTo>
                      <a:pt x="334" y="4692"/>
                    </a:lnTo>
                    <a:cubicBezTo>
                      <a:pt x="334" y="4537"/>
                      <a:pt x="417" y="4406"/>
                      <a:pt x="572" y="4347"/>
                    </a:cubicBezTo>
                    <a:lnTo>
                      <a:pt x="1405" y="4037"/>
                    </a:lnTo>
                    <a:cubicBezTo>
                      <a:pt x="1441" y="4013"/>
                      <a:pt x="1489" y="3989"/>
                      <a:pt x="1525" y="3954"/>
                    </a:cubicBezTo>
                    <a:lnTo>
                      <a:pt x="2096" y="4394"/>
                    </a:lnTo>
                    <a:lnTo>
                      <a:pt x="2096" y="5883"/>
                    </a:lnTo>
                    <a:cubicBezTo>
                      <a:pt x="2096" y="5966"/>
                      <a:pt x="2179" y="6037"/>
                      <a:pt x="2263" y="6037"/>
                    </a:cubicBezTo>
                    <a:cubicBezTo>
                      <a:pt x="2358" y="6037"/>
                      <a:pt x="2429" y="5966"/>
                      <a:pt x="2429" y="5883"/>
                    </a:cubicBezTo>
                    <a:lnTo>
                      <a:pt x="2429" y="4394"/>
                    </a:lnTo>
                    <a:lnTo>
                      <a:pt x="3013" y="3954"/>
                    </a:lnTo>
                    <a:cubicBezTo>
                      <a:pt x="3049" y="3989"/>
                      <a:pt x="3084" y="4001"/>
                      <a:pt x="3132" y="4037"/>
                    </a:cubicBezTo>
                    <a:lnTo>
                      <a:pt x="3965" y="4347"/>
                    </a:lnTo>
                    <a:cubicBezTo>
                      <a:pt x="4096" y="4406"/>
                      <a:pt x="4203" y="4537"/>
                      <a:pt x="4203" y="4692"/>
                    </a:cubicBezTo>
                    <a:lnTo>
                      <a:pt x="4203" y="5894"/>
                    </a:lnTo>
                    <a:cubicBezTo>
                      <a:pt x="4203" y="5990"/>
                      <a:pt x="4275" y="6061"/>
                      <a:pt x="4358" y="6061"/>
                    </a:cubicBezTo>
                    <a:cubicBezTo>
                      <a:pt x="4453" y="6061"/>
                      <a:pt x="4525" y="5990"/>
                      <a:pt x="4525" y="5894"/>
                    </a:cubicBezTo>
                    <a:lnTo>
                      <a:pt x="4525" y="4692"/>
                    </a:lnTo>
                    <a:cubicBezTo>
                      <a:pt x="4513" y="4418"/>
                      <a:pt x="4334" y="4168"/>
                      <a:pt x="4072" y="4061"/>
                    </a:cubicBezTo>
                    <a:lnTo>
                      <a:pt x="3239" y="3751"/>
                    </a:lnTo>
                    <a:cubicBezTo>
                      <a:pt x="3156" y="3728"/>
                      <a:pt x="3120" y="3644"/>
                      <a:pt x="3120" y="3573"/>
                    </a:cubicBezTo>
                    <a:lnTo>
                      <a:pt x="3120" y="3156"/>
                    </a:lnTo>
                    <a:cubicBezTo>
                      <a:pt x="3144" y="3132"/>
                      <a:pt x="3191" y="3096"/>
                      <a:pt x="3215" y="3061"/>
                    </a:cubicBezTo>
                    <a:cubicBezTo>
                      <a:pt x="3489" y="2799"/>
                      <a:pt x="3632" y="2454"/>
                      <a:pt x="3632" y="2073"/>
                    </a:cubicBezTo>
                    <a:lnTo>
                      <a:pt x="3632" y="1751"/>
                    </a:lnTo>
                    <a:lnTo>
                      <a:pt x="3680" y="1668"/>
                    </a:lnTo>
                    <a:cubicBezTo>
                      <a:pt x="3775" y="1501"/>
                      <a:pt x="3811" y="1311"/>
                      <a:pt x="3811" y="1132"/>
                    </a:cubicBezTo>
                    <a:lnTo>
                      <a:pt x="3811" y="168"/>
                    </a:lnTo>
                    <a:cubicBezTo>
                      <a:pt x="3811" y="72"/>
                      <a:pt x="3739" y="1"/>
                      <a:pt x="364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7"/>
              <p:cNvSpPr/>
              <p:nvPr/>
            </p:nvSpPr>
            <p:spPr>
              <a:xfrm>
                <a:off x="3473813" y="2287058"/>
                <a:ext cx="10631" cy="38291"/>
              </a:xfrm>
              <a:custGeom>
                <a:rect b="b" l="l" r="r" t="t"/>
                <a:pathLst>
                  <a:path extrusionOk="0" h="1203" w="334">
                    <a:moveTo>
                      <a:pt x="167" y="0"/>
                    </a:moveTo>
                    <a:cubicBezTo>
                      <a:pt x="72" y="0"/>
                      <a:pt x="1" y="72"/>
                      <a:pt x="1" y="167"/>
                    </a:cubicBezTo>
                    <a:lnTo>
                      <a:pt x="1" y="1048"/>
                    </a:lnTo>
                    <a:cubicBezTo>
                      <a:pt x="1" y="1131"/>
                      <a:pt x="72" y="1203"/>
                      <a:pt x="167" y="1203"/>
                    </a:cubicBezTo>
                    <a:cubicBezTo>
                      <a:pt x="251" y="1203"/>
                      <a:pt x="334" y="1131"/>
                      <a:pt x="334" y="1048"/>
                    </a:cubicBezTo>
                    <a:lnTo>
                      <a:pt x="334" y="155"/>
                    </a:lnTo>
                    <a:cubicBezTo>
                      <a:pt x="334" y="60"/>
                      <a:pt x="251" y="0"/>
                      <a:pt x="16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7"/>
              <p:cNvSpPr/>
              <p:nvPr/>
            </p:nvSpPr>
            <p:spPr>
              <a:xfrm>
                <a:off x="3551128" y="2287058"/>
                <a:ext cx="10249" cy="38291"/>
              </a:xfrm>
              <a:custGeom>
                <a:rect b="b" l="l" r="r" t="t"/>
                <a:pathLst>
                  <a:path extrusionOk="0" h="1203" w="322">
                    <a:moveTo>
                      <a:pt x="167" y="0"/>
                    </a:moveTo>
                    <a:cubicBezTo>
                      <a:pt x="72" y="0"/>
                      <a:pt x="0" y="72"/>
                      <a:pt x="0" y="167"/>
                    </a:cubicBezTo>
                    <a:lnTo>
                      <a:pt x="0" y="1048"/>
                    </a:lnTo>
                    <a:cubicBezTo>
                      <a:pt x="0" y="1131"/>
                      <a:pt x="72" y="1203"/>
                      <a:pt x="167" y="1203"/>
                    </a:cubicBezTo>
                    <a:cubicBezTo>
                      <a:pt x="250" y="1203"/>
                      <a:pt x="322" y="1131"/>
                      <a:pt x="322" y="1048"/>
                    </a:cubicBezTo>
                    <a:lnTo>
                      <a:pt x="322" y="155"/>
                    </a:lnTo>
                    <a:cubicBezTo>
                      <a:pt x="322" y="60"/>
                      <a:pt x="262" y="0"/>
                      <a:pt x="16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7"/>
              <p:cNvSpPr/>
              <p:nvPr/>
            </p:nvSpPr>
            <p:spPr>
              <a:xfrm>
                <a:off x="3290377" y="1970604"/>
                <a:ext cx="221378" cy="185346"/>
              </a:xfrm>
              <a:custGeom>
                <a:rect b="b" l="l" r="r" t="t"/>
                <a:pathLst>
                  <a:path extrusionOk="0" h="5823" w="6955">
                    <a:moveTo>
                      <a:pt x="2406" y="4168"/>
                    </a:moveTo>
                    <a:lnTo>
                      <a:pt x="2311" y="4537"/>
                    </a:lnTo>
                    <a:lnTo>
                      <a:pt x="2085" y="4537"/>
                    </a:lnTo>
                    <a:cubicBezTo>
                      <a:pt x="1894" y="4537"/>
                      <a:pt x="1727" y="4382"/>
                      <a:pt x="1727" y="4180"/>
                    </a:cubicBezTo>
                    <a:lnTo>
                      <a:pt x="1727" y="4168"/>
                    </a:lnTo>
                    <a:close/>
                    <a:moveTo>
                      <a:pt x="5573" y="358"/>
                    </a:moveTo>
                    <a:cubicBezTo>
                      <a:pt x="5764" y="358"/>
                      <a:pt x="5930" y="525"/>
                      <a:pt x="5930" y="715"/>
                    </a:cubicBezTo>
                    <a:lnTo>
                      <a:pt x="5930" y="3501"/>
                    </a:lnTo>
                    <a:cubicBezTo>
                      <a:pt x="5930" y="3692"/>
                      <a:pt x="5764" y="3858"/>
                      <a:pt x="5573" y="3858"/>
                    </a:cubicBezTo>
                    <a:lnTo>
                      <a:pt x="4168" y="3858"/>
                    </a:lnTo>
                    <a:cubicBezTo>
                      <a:pt x="4144" y="3858"/>
                      <a:pt x="4097" y="3870"/>
                      <a:pt x="4085" y="3882"/>
                    </a:cubicBezTo>
                    <a:lnTo>
                      <a:pt x="2537" y="5001"/>
                    </a:lnTo>
                    <a:lnTo>
                      <a:pt x="2537" y="5001"/>
                    </a:lnTo>
                    <a:lnTo>
                      <a:pt x="2775" y="4049"/>
                    </a:lnTo>
                    <a:cubicBezTo>
                      <a:pt x="2787" y="4001"/>
                      <a:pt x="2775" y="3942"/>
                      <a:pt x="2739" y="3918"/>
                    </a:cubicBezTo>
                    <a:cubicBezTo>
                      <a:pt x="2716" y="3870"/>
                      <a:pt x="2668" y="3858"/>
                      <a:pt x="2608" y="3858"/>
                    </a:cubicBezTo>
                    <a:lnTo>
                      <a:pt x="692" y="3858"/>
                    </a:lnTo>
                    <a:cubicBezTo>
                      <a:pt x="501" y="3858"/>
                      <a:pt x="334" y="3692"/>
                      <a:pt x="334" y="3501"/>
                    </a:cubicBezTo>
                    <a:lnTo>
                      <a:pt x="334" y="715"/>
                    </a:lnTo>
                    <a:cubicBezTo>
                      <a:pt x="334" y="525"/>
                      <a:pt x="501" y="358"/>
                      <a:pt x="692" y="358"/>
                    </a:cubicBezTo>
                    <a:close/>
                    <a:moveTo>
                      <a:pt x="6287" y="1025"/>
                    </a:moveTo>
                    <a:cubicBezTo>
                      <a:pt x="6478" y="1025"/>
                      <a:pt x="6645" y="1191"/>
                      <a:pt x="6645" y="1382"/>
                    </a:cubicBezTo>
                    <a:lnTo>
                      <a:pt x="6645" y="4180"/>
                    </a:lnTo>
                    <a:lnTo>
                      <a:pt x="6633" y="4180"/>
                    </a:lnTo>
                    <a:cubicBezTo>
                      <a:pt x="6633" y="4382"/>
                      <a:pt x="6466" y="4537"/>
                      <a:pt x="6276" y="4537"/>
                    </a:cubicBezTo>
                    <a:lnTo>
                      <a:pt x="4871" y="4537"/>
                    </a:lnTo>
                    <a:cubicBezTo>
                      <a:pt x="4823" y="4537"/>
                      <a:pt x="4787" y="4561"/>
                      <a:pt x="4752" y="4597"/>
                    </a:cubicBezTo>
                    <a:cubicBezTo>
                      <a:pt x="4728" y="4632"/>
                      <a:pt x="4704" y="4692"/>
                      <a:pt x="4728" y="4727"/>
                    </a:cubicBezTo>
                    <a:lnTo>
                      <a:pt x="4847" y="5406"/>
                    </a:lnTo>
                    <a:lnTo>
                      <a:pt x="4847" y="5406"/>
                    </a:lnTo>
                    <a:lnTo>
                      <a:pt x="3656" y="4597"/>
                    </a:lnTo>
                    <a:lnTo>
                      <a:pt x="4251" y="4168"/>
                    </a:lnTo>
                    <a:lnTo>
                      <a:pt x="5585" y="4168"/>
                    </a:lnTo>
                    <a:cubicBezTo>
                      <a:pt x="5954" y="4168"/>
                      <a:pt x="6276" y="3858"/>
                      <a:pt x="6276" y="3489"/>
                    </a:cubicBezTo>
                    <a:lnTo>
                      <a:pt x="6276" y="1025"/>
                    </a:lnTo>
                    <a:close/>
                    <a:moveTo>
                      <a:pt x="692" y="1"/>
                    </a:moveTo>
                    <a:cubicBezTo>
                      <a:pt x="322" y="1"/>
                      <a:pt x="1" y="310"/>
                      <a:pt x="1" y="691"/>
                    </a:cubicBezTo>
                    <a:lnTo>
                      <a:pt x="1" y="3465"/>
                    </a:lnTo>
                    <a:cubicBezTo>
                      <a:pt x="1" y="3846"/>
                      <a:pt x="322" y="4156"/>
                      <a:pt x="692" y="4156"/>
                    </a:cubicBezTo>
                    <a:lnTo>
                      <a:pt x="1406" y="4156"/>
                    </a:lnTo>
                    <a:lnTo>
                      <a:pt x="1406" y="4168"/>
                    </a:lnTo>
                    <a:cubicBezTo>
                      <a:pt x="1406" y="4537"/>
                      <a:pt x="1715" y="4858"/>
                      <a:pt x="2085" y="4858"/>
                    </a:cubicBezTo>
                    <a:lnTo>
                      <a:pt x="2227" y="4858"/>
                    </a:lnTo>
                    <a:lnTo>
                      <a:pt x="2168" y="5120"/>
                    </a:lnTo>
                    <a:cubicBezTo>
                      <a:pt x="2132" y="5228"/>
                      <a:pt x="2180" y="5335"/>
                      <a:pt x="2263" y="5394"/>
                    </a:cubicBezTo>
                    <a:cubicBezTo>
                      <a:pt x="2311" y="5418"/>
                      <a:pt x="2358" y="5430"/>
                      <a:pt x="2406" y="5430"/>
                    </a:cubicBezTo>
                    <a:cubicBezTo>
                      <a:pt x="2442" y="5430"/>
                      <a:pt x="2501" y="5418"/>
                      <a:pt x="2549" y="5394"/>
                    </a:cubicBezTo>
                    <a:lnTo>
                      <a:pt x="3263" y="4870"/>
                    </a:lnTo>
                    <a:lnTo>
                      <a:pt x="3430" y="4870"/>
                    </a:lnTo>
                    <a:lnTo>
                      <a:pt x="4787" y="5775"/>
                    </a:lnTo>
                    <a:cubicBezTo>
                      <a:pt x="4823" y="5811"/>
                      <a:pt x="4871" y="5823"/>
                      <a:pt x="4918" y="5823"/>
                    </a:cubicBezTo>
                    <a:cubicBezTo>
                      <a:pt x="4954" y="5823"/>
                      <a:pt x="5002" y="5811"/>
                      <a:pt x="5049" y="5775"/>
                    </a:cubicBezTo>
                    <a:cubicBezTo>
                      <a:pt x="5144" y="5716"/>
                      <a:pt x="5180" y="5632"/>
                      <a:pt x="5156" y="5525"/>
                    </a:cubicBezTo>
                    <a:lnTo>
                      <a:pt x="5049" y="4870"/>
                    </a:lnTo>
                    <a:lnTo>
                      <a:pt x="6252" y="4870"/>
                    </a:lnTo>
                    <a:cubicBezTo>
                      <a:pt x="6633" y="4870"/>
                      <a:pt x="6942" y="4561"/>
                      <a:pt x="6942" y="4180"/>
                    </a:cubicBezTo>
                    <a:lnTo>
                      <a:pt x="6942" y="1406"/>
                    </a:lnTo>
                    <a:cubicBezTo>
                      <a:pt x="6954" y="1013"/>
                      <a:pt x="6645" y="703"/>
                      <a:pt x="6276" y="703"/>
                    </a:cubicBezTo>
                    <a:cubicBezTo>
                      <a:pt x="6252" y="310"/>
                      <a:pt x="5954" y="1"/>
                      <a:pt x="557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7"/>
              <p:cNvSpPr/>
              <p:nvPr/>
            </p:nvSpPr>
            <p:spPr>
              <a:xfrm>
                <a:off x="3329432" y="2004344"/>
                <a:ext cx="26928" cy="10249"/>
              </a:xfrm>
              <a:custGeom>
                <a:rect b="b" l="l" r="r" t="t"/>
                <a:pathLst>
                  <a:path extrusionOk="0" h="322" w="846">
                    <a:moveTo>
                      <a:pt x="167" y="0"/>
                    </a:moveTo>
                    <a:cubicBezTo>
                      <a:pt x="72" y="0"/>
                      <a:pt x="0" y="72"/>
                      <a:pt x="0" y="167"/>
                    </a:cubicBezTo>
                    <a:cubicBezTo>
                      <a:pt x="0" y="250"/>
                      <a:pt x="72" y="322"/>
                      <a:pt x="167" y="322"/>
                    </a:cubicBezTo>
                    <a:lnTo>
                      <a:pt x="679" y="322"/>
                    </a:lnTo>
                    <a:cubicBezTo>
                      <a:pt x="774" y="322"/>
                      <a:pt x="846" y="250"/>
                      <a:pt x="846" y="167"/>
                    </a:cubicBezTo>
                    <a:cubicBezTo>
                      <a:pt x="846" y="72"/>
                      <a:pt x="774" y="0"/>
                      <a:pt x="6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7"/>
              <p:cNvSpPr/>
              <p:nvPr/>
            </p:nvSpPr>
            <p:spPr>
              <a:xfrm>
                <a:off x="3368074" y="2004344"/>
                <a:ext cx="82663" cy="10249"/>
              </a:xfrm>
              <a:custGeom>
                <a:rect b="b" l="l" r="r" t="t"/>
                <a:pathLst>
                  <a:path extrusionOk="0" h="322" w="2597">
                    <a:moveTo>
                      <a:pt x="167" y="0"/>
                    </a:moveTo>
                    <a:cubicBezTo>
                      <a:pt x="84" y="0"/>
                      <a:pt x="1" y="72"/>
                      <a:pt x="1" y="167"/>
                    </a:cubicBezTo>
                    <a:cubicBezTo>
                      <a:pt x="1" y="250"/>
                      <a:pt x="84" y="322"/>
                      <a:pt x="167" y="322"/>
                    </a:cubicBezTo>
                    <a:lnTo>
                      <a:pt x="2430" y="322"/>
                    </a:lnTo>
                    <a:cubicBezTo>
                      <a:pt x="2525" y="322"/>
                      <a:pt x="2596" y="250"/>
                      <a:pt x="2596" y="167"/>
                    </a:cubicBezTo>
                    <a:cubicBezTo>
                      <a:pt x="2596" y="72"/>
                      <a:pt x="2525" y="0"/>
                      <a:pt x="243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7"/>
              <p:cNvSpPr/>
              <p:nvPr/>
            </p:nvSpPr>
            <p:spPr>
              <a:xfrm>
                <a:off x="3329432" y="2031622"/>
                <a:ext cx="121304" cy="10631"/>
              </a:xfrm>
              <a:custGeom>
                <a:rect b="b" l="l" r="r" t="t"/>
                <a:pathLst>
                  <a:path extrusionOk="0" h="334" w="3811">
                    <a:moveTo>
                      <a:pt x="167" y="1"/>
                    </a:moveTo>
                    <a:cubicBezTo>
                      <a:pt x="72" y="1"/>
                      <a:pt x="0" y="84"/>
                      <a:pt x="0" y="167"/>
                    </a:cubicBezTo>
                    <a:cubicBezTo>
                      <a:pt x="0" y="263"/>
                      <a:pt x="72" y="334"/>
                      <a:pt x="167" y="334"/>
                    </a:cubicBezTo>
                    <a:lnTo>
                      <a:pt x="3644" y="334"/>
                    </a:lnTo>
                    <a:cubicBezTo>
                      <a:pt x="3739" y="334"/>
                      <a:pt x="3810" y="263"/>
                      <a:pt x="3810" y="167"/>
                    </a:cubicBezTo>
                    <a:cubicBezTo>
                      <a:pt x="3810" y="84"/>
                      <a:pt x="3739" y="1"/>
                      <a:pt x="364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7"/>
              <p:cNvSpPr/>
              <p:nvPr/>
            </p:nvSpPr>
            <p:spPr>
              <a:xfrm>
                <a:off x="3329432" y="2059664"/>
                <a:ext cx="82249" cy="10663"/>
              </a:xfrm>
              <a:custGeom>
                <a:rect b="b" l="l" r="r" t="t"/>
                <a:pathLst>
                  <a:path extrusionOk="0" h="335" w="2584">
                    <a:moveTo>
                      <a:pt x="155" y="1"/>
                    </a:moveTo>
                    <a:cubicBezTo>
                      <a:pt x="72" y="1"/>
                      <a:pt x="0" y="72"/>
                      <a:pt x="0" y="167"/>
                    </a:cubicBezTo>
                    <a:cubicBezTo>
                      <a:pt x="0" y="251"/>
                      <a:pt x="72" y="334"/>
                      <a:pt x="155" y="334"/>
                    </a:cubicBezTo>
                    <a:lnTo>
                      <a:pt x="2429" y="334"/>
                    </a:lnTo>
                    <a:cubicBezTo>
                      <a:pt x="2513" y="334"/>
                      <a:pt x="2584" y="251"/>
                      <a:pt x="2584" y="167"/>
                    </a:cubicBezTo>
                    <a:cubicBezTo>
                      <a:pt x="2584" y="72"/>
                      <a:pt x="2513" y="1"/>
                      <a:pt x="24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7"/>
              <p:cNvSpPr/>
              <p:nvPr/>
            </p:nvSpPr>
            <p:spPr>
              <a:xfrm>
                <a:off x="3423777" y="2059664"/>
                <a:ext cx="26960" cy="10663"/>
              </a:xfrm>
              <a:custGeom>
                <a:rect b="b" l="l" r="r" t="t"/>
                <a:pathLst>
                  <a:path extrusionOk="0" h="335" w="847">
                    <a:moveTo>
                      <a:pt x="156" y="1"/>
                    </a:moveTo>
                    <a:cubicBezTo>
                      <a:pt x="72" y="1"/>
                      <a:pt x="1" y="72"/>
                      <a:pt x="1" y="167"/>
                    </a:cubicBezTo>
                    <a:cubicBezTo>
                      <a:pt x="1" y="251"/>
                      <a:pt x="72" y="334"/>
                      <a:pt x="156" y="334"/>
                    </a:cubicBezTo>
                    <a:lnTo>
                      <a:pt x="680" y="334"/>
                    </a:lnTo>
                    <a:cubicBezTo>
                      <a:pt x="775" y="334"/>
                      <a:pt x="846" y="251"/>
                      <a:pt x="846" y="167"/>
                    </a:cubicBezTo>
                    <a:cubicBezTo>
                      <a:pt x="846" y="72"/>
                      <a:pt x="775" y="1"/>
                      <a:pt x="68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56" name="Shape 156"/>
        <p:cNvGrpSpPr/>
        <p:nvPr/>
      </p:nvGrpSpPr>
      <p:grpSpPr>
        <a:xfrm>
          <a:off x="0" y="0"/>
          <a:ext cx="0" cy="0"/>
          <a:chOff x="0" y="0"/>
          <a:chExt cx="0" cy="0"/>
        </a:xfrm>
      </p:grpSpPr>
      <p:sp>
        <p:nvSpPr>
          <p:cNvPr id="157" name="Google Shape;157;p28"/>
          <p:cNvSpPr/>
          <p:nvPr/>
        </p:nvSpPr>
        <p:spPr>
          <a:xfrm>
            <a:off x="0" y="4621775"/>
            <a:ext cx="9144000" cy="527700"/>
          </a:xfrm>
          <a:prstGeom prst="rect">
            <a:avLst/>
          </a:prstGeom>
          <a:solidFill>
            <a:srgbClr val="001D75">
              <a:alpha val="804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8" name="Google Shape;158;p28"/>
          <p:cNvGrpSpPr/>
          <p:nvPr/>
        </p:nvGrpSpPr>
        <p:grpSpPr>
          <a:xfrm>
            <a:off x="7955280" y="539404"/>
            <a:ext cx="475800" cy="475800"/>
            <a:chOff x="8424004" y="539404"/>
            <a:chExt cx="475800" cy="475800"/>
          </a:xfrm>
        </p:grpSpPr>
        <p:sp>
          <p:nvSpPr>
            <p:cNvPr id="159" name="Google Shape;159;p28"/>
            <p:cNvSpPr/>
            <p:nvPr/>
          </p:nvSpPr>
          <p:spPr>
            <a:xfrm>
              <a:off x="8424004" y="539404"/>
              <a:ext cx="475800" cy="475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0" name="Google Shape;160;p28"/>
            <p:cNvGrpSpPr/>
            <p:nvPr/>
          </p:nvGrpSpPr>
          <p:grpSpPr>
            <a:xfrm>
              <a:off x="8582338" y="653865"/>
              <a:ext cx="159132" cy="246857"/>
              <a:chOff x="3764485" y="2890682"/>
              <a:chExt cx="222874" cy="345737"/>
            </a:xfrm>
          </p:grpSpPr>
          <p:sp>
            <p:nvSpPr>
              <p:cNvPr id="161" name="Google Shape;161;p28"/>
              <p:cNvSpPr/>
              <p:nvPr/>
            </p:nvSpPr>
            <p:spPr>
              <a:xfrm>
                <a:off x="3764485" y="2890682"/>
                <a:ext cx="222874" cy="345737"/>
              </a:xfrm>
              <a:custGeom>
                <a:rect b="b" l="l" r="r" t="t"/>
                <a:pathLst>
                  <a:path extrusionOk="0" h="10862" w="7002">
                    <a:moveTo>
                      <a:pt x="3596" y="348"/>
                    </a:moveTo>
                    <a:lnTo>
                      <a:pt x="3727" y="396"/>
                    </a:lnTo>
                    <a:cubicBezTo>
                      <a:pt x="3882" y="467"/>
                      <a:pt x="4001" y="610"/>
                      <a:pt x="4073" y="801"/>
                    </a:cubicBezTo>
                    <a:cubicBezTo>
                      <a:pt x="3894" y="777"/>
                      <a:pt x="3739" y="753"/>
                      <a:pt x="3596" y="729"/>
                    </a:cubicBezTo>
                    <a:lnTo>
                      <a:pt x="3596" y="348"/>
                    </a:lnTo>
                    <a:close/>
                    <a:moveTo>
                      <a:pt x="6168" y="8504"/>
                    </a:moveTo>
                    <a:cubicBezTo>
                      <a:pt x="6275" y="8504"/>
                      <a:pt x="6347" y="8587"/>
                      <a:pt x="6347" y="8683"/>
                    </a:cubicBezTo>
                    <a:lnTo>
                      <a:pt x="6347" y="8861"/>
                    </a:lnTo>
                    <a:lnTo>
                      <a:pt x="6168" y="8861"/>
                    </a:lnTo>
                    <a:cubicBezTo>
                      <a:pt x="6085" y="8861"/>
                      <a:pt x="6001" y="8945"/>
                      <a:pt x="6001" y="9028"/>
                    </a:cubicBezTo>
                    <a:cubicBezTo>
                      <a:pt x="6001" y="9123"/>
                      <a:pt x="6085" y="9195"/>
                      <a:pt x="6168" y="9195"/>
                    </a:cubicBezTo>
                    <a:lnTo>
                      <a:pt x="6513" y="9195"/>
                    </a:lnTo>
                    <a:cubicBezTo>
                      <a:pt x="6621" y="9195"/>
                      <a:pt x="6692" y="9266"/>
                      <a:pt x="6692" y="9373"/>
                    </a:cubicBezTo>
                    <a:lnTo>
                      <a:pt x="6692" y="10397"/>
                    </a:lnTo>
                    <a:cubicBezTo>
                      <a:pt x="6680" y="10504"/>
                      <a:pt x="6597" y="10576"/>
                      <a:pt x="6501" y="10576"/>
                    </a:cubicBezTo>
                    <a:lnTo>
                      <a:pt x="1394" y="10576"/>
                    </a:lnTo>
                    <a:cubicBezTo>
                      <a:pt x="1287" y="10576"/>
                      <a:pt x="1215" y="10504"/>
                      <a:pt x="1215" y="10397"/>
                    </a:cubicBezTo>
                    <a:lnTo>
                      <a:pt x="1215" y="9373"/>
                    </a:lnTo>
                    <a:cubicBezTo>
                      <a:pt x="1215" y="9266"/>
                      <a:pt x="1287" y="9195"/>
                      <a:pt x="1394" y="9195"/>
                    </a:cubicBezTo>
                    <a:lnTo>
                      <a:pt x="5489" y="9195"/>
                    </a:lnTo>
                    <a:cubicBezTo>
                      <a:pt x="5573" y="9195"/>
                      <a:pt x="5644" y="9123"/>
                      <a:pt x="5644" y="9028"/>
                    </a:cubicBezTo>
                    <a:cubicBezTo>
                      <a:pt x="5644" y="8945"/>
                      <a:pt x="5573" y="8861"/>
                      <a:pt x="5489" y="8861"/>
                    </a:cubicBezTo>
                    <a:lnTo>
                      <a:pt x="1560" y="8861"/>
                    </a:lnTo>
                    <a:lnTo>
                      <a:pt x="1560" y="8683"/>
                    </a:lnTo>
                    <a:cubicBezTo>
                      <a:pt x="1560" y="8587"/>
                      <a:pt x="1632" y="8504"/>
                      <a:pt x="1739" y="8504"/>
                    </a:cubicBezTo>
                    <a:close/>
                    <a:moveTo>
                      <a:pt x="3471" y="1"/>
                    </a:moveTo>
                    <a:cubicBezTo>
                      <a:pt x="3436" y="1"/>
                      <a:pt x="3413" y="3"/>
                      <a:pt x="3406" y="3"/>
                    </a:cubicBezTo>
                    <a:cubicBezTo>
                      <a:pt x="3311" y="3"/>
                      <a:pt x="3251" y="74"/>
                      <a:pt x="3251" y="158"/>
                    </a:cubicBezTo>
                    <a:lnTo>
                      <a:pt x="3251" y="682"/>
                    </a:lnTo>
                    <a:cubicBezTo>
                      <a:pt x="3184" y="678"/>
                      <a:pt x="3123" y="676"/>
                      <a:pt x="3071" y="676"/>
                    </a:cubicBezTo>
                    <a:cubicBezTo>
                      <a:pt x="2968" y="676"/>
                      <a:pt x="2902" y="682"/>
                      <a:pt x="2894" y="682"/>
                    </a:cubicBezTo>
                    <a:cubicBezTo>
                      <a:pt x="2811" y="682"/>
                      <a:pt x="2751" y="753"/>
                      <a:pt x="2751" y="848"/>
                    </a:cubicBezTo>
                    <a:cubicBezTo>
                      <a:pt x="2751" y="932"/>
                      <a:pt x="2822" y="991"/>
                      <a:pt x="2906" y="991"/>
                    </a:cubicBezTo>
                    <a:cubicBezTo>
                      <a:pt x="2909" y="991"/>
                      <a:pt x="2939" y="990"/>
                      <a:pt x="2991" y="990"/>
                    </a:cubicBezTo>
                    <a:cubicBezTo>
                      <a:pt x="3356" y="990"/>
                      <a:pt x="4811" y="1045"/>
                      <a:pt x="5728" y="1920"/>
                    </a:cubicBezTo>
                    <a:cubicBezTo>
                      <a:pt x="6228" y="2408"/>
                      <a:pt x="6501" y="3063"/>
                      <a:pt x="6501" y="3896"/>
                    </a:cubicBezTo>
                    <a:cubicBezTo>
                      <a:pt x="6501" y="4789"/>
                      <a:pt x="6299" y="5361"/>
                      <a:pt x="6097" y="5968"/>
                    </a:cubicBezTo>
                    <a:cubicBezTo>
                      <a:pt x="5882" y="6575"/>
                      <a:pt x="5668" y="7194"/>
                      <a:pt x="5644" y="8171"/>
                    </a:cubicBezTo>
                    <a:lnTo>
                      <a:pt x="1989" y="8171"/>
                    </a:lnTo>
                    <a:cubicBezTo>
                      <a:pt x="1941" y="8075"/>
                      <a:pt x="1882" y="7909"/>
                      <a:pt x="1882" y="7647"/>
                    </a:cubicBezTo>
                    <a:cubicBezTo>
                      <a:pt x="1882" y="7230"/>
                      <a:pt x="2132" y="6266"/>
                      <a:pt x="3882" y="4515"/>
                    </a:cubicBezTo>
                    <a:cubicBezTo>
                      <a:pt x="3918" y="4480"/>
                      <a:pt x="3942" y="4385"/>
                      <a:pt x="3906" y="4325"/>
                    </a:cubicBezTo>
                    <a:cubicBezTo>
                      <a:pt x="3886" y="4275"/>
                      <a:pt x="3825" y="4251"/>
                      <a:pt x="3764" y="4251"/>
                    </a:cubicBezTo>
                    <a:cubicBezTo>
                      <a:pt x="3751" y="4251"/>
                      <a:pt x="3739" y="4252"/>
                      <a:pt x="3727" y="4254"/>
                    </a:cubicBezTo>
                    <a:cubicBezTo>
                      <a:pt x="3727" y="4254"/>
                      <a:pt x="3635" y="4276"/>
                      <a:pt x="3486" y="4276"/>
                    </a:cubicBezTo>
                    <a:cubicBezTo>
                      <a:pt x="3292" y="4276"/>
                      <a:pt x="3001" y="4238"/>
                      <a:pt x="2691" y="4063"/>
                    </a:cubicBezTo>
                    <a:cubicBezTo>
                      <a:pt x="2620" y="4020"/>
                      <a:pt x="2540" y="4000"/>
                      <a:pt x="2460" y="4000"/>
                    </a:cubicBezTo>
                    <a:cubicBezTo>
                      <a:pt x="2341" y="4000"/>
                      <a:pt x="2220" y="4044"/>
                      <a:pt x="2120" y="4123"/>
                    </a:cubicBezTo>
                    <a:cubicBezTo>
                      <a:pt x="1924" y="4281"/>
                      <a:pt x="1552" y="4499"/>
                      <a:pt x="998" y="4499"/>
                    </a:cubicBezTo>
                    <a:cubicBezTo>
                      <a:pt x="846" y="4499"/>
                      <a:pt x="680" y="4482"/>
                      <a:pt x="501" y="4444"/>
                    </a:cubicBezTo>
                    <a:lnTo>
                      <a:pt x="370" y="3777"/>
                    </a:lnTo>
                    <a:lnTo>
                      <a:pt x="2001" y="2146"/>
                    </a:lnTo>
                    <a:cubicBezTo>
                      <a:pt x="2037" y="2110"/>
                      <a:pt x="2049" y="2063"/>
                      <a:pt x="2049" y="2027"/>
                    </a:cubicBezTo>
                    <a:lnTo>
                      <a:pt x="2049" y="1813"/>
                    </a:lnTo>
                    <a:cubicBezTo>
                      <a:pt x="2049" y="1729"/>
                      <a:pt x="2120" y="1634"/>
                      <a:pt x="2215" y="1634"/>
                    </a:cubicBezTo>
                    <a:cubicBezTo>
                      <a:pt x="2327" y="1626"/>
                      <a:pt x="2501" y="1615"/>
                      <a:pt x="2715" y="1615"/>
                    </a:cubicBezTo>
                    <a:cubicBezTo>
                      <a:pt x="3115" y="1615"/>
                      <a:pt x="3656" y="1654"/>
                      <a:pt x="4192" y="1825"/>
                    </a:cubicBezTo>
                    <a:cubicBezTo>
                      <a:pt x="4211" y="1833"/>
                      <a:pt x="4231" y="1837"/>
                      <a:pt x="4250" y="1837"/>
                    </a:cubicBezTo>
                    <a:cubicBezTo>
                      <a:pt x="4314" y="1837"/>
                      <a:pt x="4373" y="1794"/>
                      <a:pt x="4382" y="1729"/>
                    </a:cubicBezTo>
                    <a:cubicBezTo>
                      <a:pt x="4418" y="1634"/>
                      <a:pt x="4370" y="1539"/>
                      <a:pt x="4275" y="1527"/>
                    </a:cubicBezTo>
                    <a:cubicBezTo>
                      <a:pt x="3701" y="1346"/>
                      <a:pt x="3117" y="1300"/>
                      <a:pt x="2687" y="1300"/>
                    </a:cubicBezTo>
                    <a:cubicBezTo>
                      <a:pt x="2465" y="1300"/>
                      <a:pt x="2285" y="1312"/>
                      <a:pt x="2168" y="1325"/>
                    </a:cubicBezTo>
                    <a:cubicBezTo>
                      <a:pt x="1906" y="1348"/>
                      <a:pt x="1715" y="1563"/>
                      <a:pt x="1715" y="1813"/>
                    </a:cubicBezTo>
                    <a:lnTo>
                      <a:pt x="1715" y="1968"/>
                    </a:lnTo>
                    <a:lnTo>
                      <a:pt x="60" y="3611"/>
                    </a:lnTo>
                    <a:cubicBezTo>
                      <a:pt x="24" y="3658"/>
                      <a:pt x="1" y="3706"/>
                      <a:pt x="24" y="3765"/>
                    </a:cubicBezTo>
                    <a:lnTo>
                      <a:pt x="179" y="4611"/>
                    </a:lnTo>
                    <a:cubicBezTo>
                      <a:pt x="203" y="4670"/>
                      <a:pt x="239" y="4718"/>
                      <a:pt x="298" y="4730"/>
                    </a:cubicBezTo>
                    <a:cubicBezTo>
                      <a:pt x="542" y="4788"/>
                      <a:pt x="764" y="4813"/>
                      <a:pt x="967" y="4813"/>
                    </a:cubicBezTo>
                    <a:cubicBezTo>
                      <a:pt x="1627" y="4813"/>
                      <a:pt x="2071" y="4552"/>
                      <a:pt x="2299" y="4361"/>
                    </a:cubicBezTo>
                    <a:cubicBezTo>
                      <a:pt x="2338" y="4329"/>
                      <a:pt x="2389" y="4313"/>
                      <a:pt x="2435" y="4313"/>
                    </a:cubicBezTo>
                    <a:cubicBezTo>
                      <a:pt x="2459" y="4313"/>
                      <a:pt x="2481" y="4317"/>
                      <a:pt x="2501" y="4325"/>
                    </a:cubicBezTo>
                    <a:cubicBezTo>
                      <a:pt x="2822" y="4504"/>
                      <a:pt x="3120" y="4563"/>
                      <a:pt x="3334" y="4587"/>
                    </a:cubicBezTo>
                    <a:cubicBezTo>
                      <a:pt x="1846" y="6135"/>
                      <a:pt x="1537" y="7099"/>
                      <a:pt x="1537" y="7635"/>
                    </a:cubicBezTo>
                    <a:cubicBezTo>
                      <a:pt x="1537" y="7861"/>
                      <a:pt x="1584" y="8040"/>
                      <a:pt x="1608" y="8159"/>
                    </a:cubicBezTo>
                    <a:cubicBezTo>
                      <a:pt x="1370" y="8195"/>
                      <a:pt x="1191" y="8397"/>
                      <a:pt x="1191" y="8647"/>
                    </a:cubicBezTo>
                    <a:lnTo>
                      <a:pt x="1191" y="8849"/>
                    </a:lnTo>
                    <a:cubicBezTo>
                      <a:pt x="1001" y="8909"/>
                      <a:pt x="858" y="9111"/>
                      <a:pt x="858" y="9326"/>
                    </a:cubicBezTo>
                    <a:lnTo>
                      <a:pt x="858" y="10361"/>
                    </a:lnTo>
                    <a:cubicBezTo>
                      <a:pt x="858" y="10635"/>
                      <a:pt x="1072" y="10861"/>
                      <a:pt x="1358" y="10861"/>
                    </a:cubicBezTo>
                    <a:lnTo>
                      <a:pt x="6501" y="10861"/>
                    </a:lnTo>
                    <a:cubicBezTo>
                      <a:pt x="6775" y="10861"/>
                      <a:pt x="7002" y="10635"/>
                      <a:pt x="7002" y="10361"/>
                    </a:cubicBezTo>
                    <a:lnTo>
                      <a:pt x="7002" y="9326"/>
                    </a:lnTo>
                    <a:cubicBezTo>
                      <a:pt x="7002" y="9171"/>
                      <a:pt x="6859" y="8968"/>
                      <a:pt x="6656" y="8897"/>
                    </a:cubicBezTo>
                    <a:lnTo>
                      <a:pt x="6656" y="8695"/>
                    </a:lnTo>
                    <a:cubicBezTo>
                      <a:pt x="6656" y="8409"/>
                      <a:pt x="6442" y="8183"/>
                      <a:pt x="6156" y="8183"/>
                    </a:cubicBezTo>
                    <a:lnTo>
                      <a:pt x="5978" y="8183"/>
                    </a:lnTo>
                    <a:cubicBezTo>
                      <a:pt x="5990" y="7266"/>
                      <a:pt x="6204" y="6671"/>
                      <a:pt x="6406" y="6087"/>
                    </a:cubicBezTo>
                    <a:cubicBezTo>
                      <a:pt x="6621" y="5492"/>
                      <a:pt x="6823" y="4861"/>
                      <a:pt x="6823" y="3908"/>
                    </a:cubicBezTo>
                    <a:cubicBezTo>
                      <a:pt x="6823" y="2991"/>
                      <a:pt x="6525" y="2241"/>
                      <a:pt x="5966" y="1694"/>
                    </a:cubicBezTo>
                    <a:cubicBezTo>
                      <a:pt x="5501" y="1265"/>
                      <a:pt x="4930" y="1015"/>
                      <a:pt x="4418" y="860"/>
                    </a:cubicBezTo>
                    <a:cubicBezTo>
                      <a:pt x="4311" y="396"/>
                      <a:pt x="4061" y="182"/>
                      <a:pt x="3846" y="86"/>
                    </a:cubicBezTo>
                    <a:cubicBezTo>
                      <a:pt x="3690" y="12"/>
                      <a:pt x="3550" y="1"/>
                      <a:pt x="347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8"/>
              <p:cNvSpPr/>
              <p:nvPr/>
            </p:nvSpPr>
            <p:spPr>
              <a:xfrm>
                <a:off x="3913799" y="2948231"/>
                <a:ext cx="20499" cy="14960"/>
              </a:xfrm>
              <a:custGeom>
                <a:rect b="b" l="l" r="r" t="t"/>
                <a:pathLst>
                  <a:path extrusionOk="0" h="470" w="644">
                    <a:moveTo>
                      <a:pt x="184" y="0"/>
                    </a:moveTo>
                    <a:cubicBezTo>
                      <a:pt x="126" y="0"/>
                      <a:pt x="73" y="27"/>
                      <a:pt x="48" y="76"/>
                    </a:cubicBezTo>
                    <a:cubicBezTo>
                      <a:pt x="1" y="148"/>
                      <a:pt x="36" y="255"/>
                      <a:pt x="108" y="291"/>
                    </a:cubicBezTo>
                    <a:cubicBezTo>
                      <a:pt x="203" y="326"/>
                      <a:pt x="286" y="386"/>
                      <a:pt x="358" y="433"/>
                    </a:cubicBezTo>
                    <a:cubicBezTo>
                      <a:pt x="394" y="445"/>
                      <a:pt x="417" y="469"/>
                      <a:pt x="453" y="469"/>
                    </a:cubicBezTo>
                    <a:cubicBezTo>
                      <a:pt x="501" y="469"/>
                      <a:pt x="560" y="433"/>
                      <a:pt x="584" y="386"/>
                    </a:cubicBezTo>
                    <a:cubicBezTo>
                      <a:pt x="644" y="326"/>
                      <a:pt x="620" y="231"/>
                      <a:pt x="537" y="183"/>
                    </a:cubicBezTo>
                    <a:cubicBezTo>
                      <a:pt x="453" y="124"/>
                      <a:pt x="358" y="64"/>
                      <a:pt x="263" y="17"/>
                    </a:cubicBezTo>
                    <a:cubicBezTo>
                      <a:pt x="237" y="6"/>
                      <a:pt x="210" y="0"/>
                      <a:pt x="18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8"/>
              <p:cNvSpPr/>
              <p:nvPr/>
            </p:nvSpPr>
            <p:spPr>
              <a:xfrm>
                <a:off x="3841418" y="2956315"/>
                <a:ext cx="10631" cy="15947"/>
              </a:xfrm>
              <a:custGeom>
                <a:rect b="b" l="l" r="r" t="t"/>
                <a:pathLst>
                  <a:path extrusionOk="0" h="501" w="334">
                    <a:moveTo>
                      <a:pt x="167" y="1"/>
                    </a:moveTo>
                    <a:cubicBezTo>
                      <a:pt x="72" y="1"/>
                      <a:pt x="1" y="72"/>
                      <a:pt x="1" y="167"/>
                    </a:cubicBezTo>
                    <a:lnTo>
                      <a:pt x="1" y="334"/>
                    </a:lnTo>
                    <a:cubicBezTo>
                      <a:pt x="1" y="418"/>
                      <a:pt x="72" y="501"/>
                      <a:pt x="167" y="501"/>
                    </a:cubicBezTo>
                    <a:cubicBezTo>
                      <a:pt x="251" y="501"/>
                      <a:pt x="334" y="418"/>
                      <a:pt x="334" y="334"/>
                    </a:cubicBezTo>
                    <a:lnTo>
                      <a:pt x="334" y="167"/>
                    </a:lnTo>
                    <a:cubicBezTo>
                      <a:pt x="334" y="72"/>
                      <a:pt x="251" y="1"/>
                      <a:pt x="16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9_2">
    <p:spTree>
      <p:nvGrpSpPr>
        <p:cNvPr id="164" name="Shape 164"/>
        <p:cNvGrpSpPr/>
        <p:nvPr/>
      </p:nvGrpSpPr>
      <p:grpSpPr>
        <a:xfrm>
          <a:off x="0" y="0"/>
          <a:ext cx="0" cy="0"/>
          <a:chOff x="0" y="0"/>
          <a:chExt cx="0" cy="0"/>
        </a:xfrm>
      </p:grpSpPr>
      <p:sp>
        <p:nvSpPr>
          <p:cNvPr id="165" name="Google Shape;165;p29"/>
          <p:cNvSpPr/>
          <p:nvPr/>
        </p:nvSpPr>
        <p:spPr>
          <a:xfrm>
            <a:off x="0" y="4621775"/>
            <a:ext cx="9144000" cy="527700"/>
          </a:xfrm>
          <a:prstGeom prst="rect">
            <a:avLst/>
          </a:prstGeom>
          <a:solidFill>
            <a:srgbClr val="001D75">
              <a:alpha val="804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6" name="Google Shape;166;p29"/>
          <p:cNvGrpSpPr/>
          <p:nvPr/>
        </p:nvGrpSpPr>
        <p:grpSpPr>
          <a:xfrm>
            <a:off x="7955280" y="539404"/>
            <a:ext cx="475800" cy="475800"/>
            <a:chOff x="8424004" y="539404"/>
            <a:chExt cx="475800" cy="475800"/>
          </a:xfrm>
        </p:grpSpPr>
        <p:sp>
          <p:nvSpPr>
            <p:cNvPr id="167" name="Google Shape;167;p29"/>
            <p:cNvSpPr/>
            <p:nvPr/>
          </p:nvSpPr>
          <p:spPr>
            <a:xfrm>
              <a:off x="8424004" y="539404"/>
              <a:ext cx="475800" cy="475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9"/>
            <p:cNvSpPr/>
            <p:nvPr/>
          </p:nvSpPr>
          <p:spPr>
            <a:xfrm>
              <a:off x="8529021" y="666883"/>
              <a:ext cx="265753" cy="220820"/>
            </a:xfrm>
            <a:custGeom>
              <a:rect b="b" l="l" r="r" t="t"/>
              <a:pathLst>
                <a:path extrusionOk="0" h="9716" w="11693">
                  <a:moveTo>
                    <a:pt x="2906" y="346"/>
                  </a:moveTo>
                  <a:cubicBezTo>
                    <a:pt x="3120" y="346"/>
                    <a:pt x="3287" y="524"/>
                    <a:pt x="3287" y="727"/>
                  </a:cubicBezTo>
                  <a:lnTo>
                    <a:pt x="3287" y="1096"/>
                  </a:lnTo>
                  <a:cubicBezTo>
                    <a:pt x="3299" y="1429"/>
                    <a:pt x="3049" y="1679"/>
                    <a:pt x="2727" y="1679"/>
                  </a:cubicBezTo>
                  <a:cubicBezTo>
                    <a:pt x="2406" y="1679"/>
                    <a:pt x="2144" y="1429"/>
                    <a:pt x="2144" y="1096"/>
                  </a:cubicBezTo>
                  <a:lnTo>
                    <a:pt x="2144" y="727"/>
                  </a:lnTo>
                  <a:cubicBezTo>
                    <a:pt x="2144" y="500"/>
                    <a:pt x="2322" y="346"/>
                    <a:pt x="2525" y="346"/>
                  </a:cubicBezTo>
                  <a:close/>
                  <a:moveTo>
                    <a:pt x="5894" y="346"/>
                  </a:moveTo>
                  <a:cubicBezTo>
                    <a:pt x="6120" y="346"/>
                    <a:pt x="6275" y="524"/>
                    <a:pt x="6275" y="727"/>
                  </a:cubicBezTo>
                  <a:lnTo>
                    <a:pt x="6275" y="1096"/>
                  </a:lnTo>
                  <a:cubicBezTo>
                    <a:pt x="6299" y="1429"/>
                    <a:pt x="6037" y="1679"/>
                    <a:pt x="5716" y="1679"/>
                  </a:cubicBezTo>
                  <a:cubicBezTo>
                    <a:pt x="5406" y="1679"/>
                    <a:pt x="5132" y="1429"/>
                    <a:pt x="5132" y="1096"/>
                  </a:cubicBezTo>
                  <a:lnTo>
                    <a:pt x="5132" y="727"/>
                  </a:lnTo>
                  <a:cubicBezTo>
                    <a:pt x="5132" y="500"/>
                    <a:pt x="5311" y="346"/>
                    <a:pt x="5525" y="346"/>
                  </a:cubicBezTo>
                  <a:close/>
                  <a:moveTo>
                    <a:pt x="8895" y="346"/>
                  </a:moveTo>
                  <a:cubicBezTo>
                    <a:pt x="9121" y="346"/>
                    <a:pt x="9287" y="524"/>
                    <a:pt x="9287" y="727"/>
                  </a:cubicBezTo>
                  <a:lnTo>
                    <a:pt x="9287" y="1096"/>
                  </a:lnTo>
                  <a:cubicBezTo>
                    <a:pt x="9299" y="1429"/>
                    <a:pt x="9026" y="1679"/>
                    <a:pt x="8716" y="1679"/>
                  </a:cubicBezTo>
                  <a:cubicBezTo>
                    <a:pt x="8406" y="1679"/>
                    <a:pt x="8144" y="1429"/>
                    <a:pt x="8144" y="1096"/>
                  </a:cubicBezTo>
                  <a:lnTo>
                    <a:pt x="8144" y="727"/>
                  </a:lnTo>
                  <a:cubicBezTo>
                    <a:pt x="8144" y="500"/>
                    <a:pt x="8323" y="346"/>
                    <a:pt x="8525" y="346"/>
                  </a:cubicBezTo>
                  <a:close/>
                  <a:moveTo>
                    <a:pt x="2930" y="2036"/>
                  </a:moveTo>
                  <a:lnTo>
                    <a:pt x="2930" y="2120"/>
                  </a:lnTo>
                  <a:cubicBezTo>
                    <a:pt x="2930" y="2179"/>
                    <a:pt x="2941" y="2263"/>
                    <a:pt x="2977" y="2310"/>
                  </a:cubicBezTo>
                  <a:lnTo>
                    <a:pt x="2739" y="2548"/>
                  </a:lnTo>
                  <a:lnTo>
                    <a:pt x="2703" y="2548"/>
                  </a:lnTo>
                  <a:lnTo>
                    <a:pt x="2465" y="2310"/>
                  </a:lnTo>
                  <a:cubicBezTo>
                    <a:pt x="2501" y="2251"/>
                    <a:pt x="2513" y="2191"/>
                    <a:pt x="2513" y="2120"/>
                  </a:cubicBezTo>
                  <a:lnTo>
                    <a:pt x="2513" y="2036"/>
                  </a:lnTo>
                  <a:close/>
                  <a:moveTo>
                    <a:pt x="5918" y="2036"/>
                  </a:moveTo>
                  <a:lnTo>
                    <a:pt x="5918" y="2120"/>
                  </a:lnTo>
                  <a:cubicBezTo>
                    <a:pt x="5918" y="2179"/>
                    <a:pt x="5942" y="2263"/>
                    <a:pt x="5966" y="2310"/>
                  </a:cubicBezTo>
                  <a:lnTo>
                    <a:pt x="5728" y="2548"/>
                  </a:lnTo>
                  <a:lnTo>
                    <a:pt x="5704" y="2548"/>
                  </a:lnTo>
                  <a:lnTo>
                    <a:pt x="5466" y="2310"/>
                  </a:lnTo>
                  <a:cubicBezTo>
                    <a:pt x="5489" y="2251"/>
                    <a:pt x="5501" y="2191"/>
                    <a:pt x="5501" y="2120"/>
                  </a:cubicBezTo>
                  <a:lnTo>
                    <a:pt x="5501" y="2036"/>
                  </a:lnTo>
                  <a:close/>
                  <a:moveTo>
                    <a:pt x="8930" y="2036"/>
                  </a:moveTo>
                  <a:lnTo>
                    <a:pt x="8930" y="2120"/>
                  </a:lnTo>
                  <a:cubicBezTo>
                    <a:pt x="8930" y="2179"/>
                    <a:pt x="8942" y="2263"/>
                    <a:pt x="8966" y="2310"/>
                  </a:cubicBezTo>
                  <a:lnTo>
                    <a:pt x="8728" y="2548"/>
                  </a:lnTo>
                  <a:lnTo>
                    <a:pt x="8704" y="2548"/>
                  </a:lnTo>
                  <a:lnTo>
                    <a:pt x="8466" y="2310"/>
                  </a:lnTo>
                  <a:cubicBezTo>
                    <a:pt x="8490" y="2251"/>
                    <a:pt x="8514" y="2191"/>
                    <a:pt x="8514" y="2120"/>
                  </a:cubicBezTo>
                  <a:lnTo>
                    <a:pt x="8514" y="2036"/>
                  </a:lnTo>
                  <a:close/>
                  <a:moveTo>
                    <a:pt x="1394" y="3525"/>
                  </a:moveTo>
                  <a:cubicBezTo>
                    <a:pt x="1620" y="3525"/>
                    <a:pt x="1798" y="3703"/>
                    <a:pt x="1798" y="3918"/>
                  </a:cubicBezTo>
                  <a:lnTo>
                    <a:pt x="1798" y="4287"/>
                  </a:lnTo>
                  <a:cubicBezTo>
                    <a:pt x="1798" y="4596"/>
                    <a:pt x="1548" y="4870"/>
                    <a:pt x="1215" y="4870"/>
                  </a:cubicBezTo>
                  <a:cubicBezTo>
                    <a:pt x="905" y="4870"/>
                    <a:pt x="644" y="4608"/>
                    <a:pt x="644" y="4287"/>
                  </a:cubicBezTo>
                  <a:lnTo>
                    <a:pt x="644" y="3918"/>
                  </a:lnTo>
                  <a:cubicBezTo>
                    <a:pt x="644" y="3691"/>
                    <a:pt x="822" y="3525"/>
                    <a:pt x="1025" y="3525"/>
                  </a:cubicBezTo>
                  <a:close/>
                  <a:moveTo>
                    <a:pt x="4406" y="3525"/>
                  </a:moveTo>
                  <a:cubicBezTo>
                    <a:pt x="4632" y="3525"/>
                    <a:pt x="4811" y="3703"/>
                    <a:pt x="4811" y="3918"/>
                  </a:cubicBezTo>
                  <a:lnTo>
                    <a:pt x="4811" y="4287"/>
                  </a:lnTo>
                  <a:cubicBezTo>
                    <a:pt x="4811" y="4596"/>
                    <a:pt x="4549" y="4870"/>
                    <a:pt x="4227" y="4870"/>
                  </a:cubicBezTo>
                  <a:cubicBezTo>
                    <a:pt x="3918" y="4870"/>
                    <a:pt x="3644" y="4608"/>
                    <a:pt x="3644" y="4287"/>
                  </a:cubicBezTo>
                  <a:lnTo>
                    <a:pt x="3644" y="3918"/>
                  </a:lnTo>
                  <a:cubicBezTo>
                    <a:pt x="3644" y="3691"/>
                    <a:pt x="3823" y="3525"/>
                    <a:pt x="4037" y="3525"/>
                  </a:cubicBezTo>
                  <a:close/>
                  <a:moveTo>
                    <a:pt x="7394" y="3525"/>
                  </a:moveTo>
                  <a:cubicBezTo>
                    <a:pt x="7621" y="3525"/>
                    <a:pt x="7799" y="3703"/>
                    <a:pt x="7799" y="3918"/>
                  </a:cubicBezTo>
                  <a:lnTo>
                    <a:pt x="7799" y="4287"/>
                  </a:lnTo>
                  <a:cubicBezTo>
                    <a:pt x="7799" y="4596"/>
                    <a:pt x="7537" y="4870"/>
                    <a:pt x="7216" y="4870"/>
                  </a:cubicBezTo>
                  <a:cubicBezTo>
                    <a:pt x="6906" y="4870"/>
                    <a:pt x="6632" y="4608"/>
                    <a:pt x="6632" y="4287"/>
                  </a:cubicBezTo>
                  <a:lnTo>
                    <a:pt x="6632" y="3918"/>
                  </a:lnTo>
                  <a:cubicBezTo>
                    <a:pt x="6632" y="3691"/>
                    <a:pt x="6811" y="3525"/>
                    <a:pt x="7025" y="3525"/>
                  </a:cubicBezTo>
                  <a:close/>
                  <a:moveTo>
                    <a:pt x="10407" y="3525"/>
                  </a:moveTo>
                  <a:cubicBezTo>
                    <a:pt x="10621" y="3525"/>
                    <a:pt x="10788" y="3703"/>
                    <a:pt x="10788" y="3918"/>
                  </a:cubicBezTo>
                  <a:lnTo>
                    <a:pt x="10788" y="4287"/>
                  </a:lnTo>
                  <a:cubicBezTo>
                    <a:pt x="10800" y="4608"/>
                    <a:pt x="10538" y="4870"/>
                    <a:pt x="10216" y="4870"/>
                  </a:cubicBezTo>
                  <a:cubicBezTo>
                    <a:pt x="9907" y="4870"/>
                    <a:pt x="9645" y="4608"/>
                    <a:pt x="9645" y="4287"/>
                  </a:cubicBezTo>
                  <a:lnTo>
                    <a:pt x="9645" y="3918"/>
                  </a:lnTo>
                  <a:cubicBezTo>
                    <a:pt x="9645" y="3691"/>
                    <a:pt x="9823" y="3525"/>
                    <a:pt x="10026" y="3525"/>
                  </a:cubicBezTo>
                  <a:close/>
                  <a:moveTo>
                    <a:pt x="1429" y="5215"/>
                  </a:moveTo>
                  <a:lnTo>
                    <a:pt x="1429" y="5311"/>
                  </a:lnTo>
                  <a:cubicBezTo>
                    <a:pt x="1429" y="5370"/>
                    <a:pt x="1441" y="5442"/>
                    <a:pt x="1477" y="5489"/>
                  </a:cubicBezTo>
                  <a:lnTo>
                    <a:pt x="1239" y="5727"/>
                  </a:lnTo>
                  <a:lnTo>
                    <a:pt x="1203" y="5727"/>
                  </a:lnTo>
                  <a:lnTo>
                    <a:pt x="965" y="5489"/>
                  </a:lnTo>
                  <a:cubicBezTo>
                    <a:pt x="989" y="5430"/>
                    <a:pt x="1013" y="5370"/>
                    <a:pt x="1013" y="5311"/>
                  </a:cubicBezTo>
                  <a:lnTo>
                    <a:pt x="1013" y="5215"/>
                  </a:lnTo>
                  <a:close/>
                  <a:moveTo>
                    <a:pt x="4430" y="5215"/>
                  </a:moveTo>
                  <a:lnTo>
                    <a:pt x="4430" y="5311"/>
                  </a:lnTo>
                  <a:cubicBezTo>
                    <a:pt x="4430" y="5370"/>
                    <a:pt x="4454" y="5442"/>
                    <a:pt x="4477" y="5489"/>
                  </a:cubicBezTo>
                  <a:lnTo>
                    <a:pt x="4239" y="5727"/>
                  </a:lnTo>
                  <a:lnTo>
                    <a:pt x="4215" y="5727"/>
                  </a:lnTo>
                  <a:lnTo>
                    <a:pt x="3977" y="5489"/>
                  </a:lnTo>
                  <a:cubicBezTo>
                    <a:pt x="4001" y="5430"/>
                    <a:pt x="4013" y="5370"/>
                    <a:pt x="4013" y="5311"/>
                  </a:cubicBezTo>
                  <a:lnTo>
                    <a:pt x="4013" y="5215"/>
                  </a:lnTo>
                  <a:close/>
                  <a:moveTo>
                    <a:pt x="7418" y="5215"/>
                  </a:moveTo>
                  <a:lnTo>
                    <a:pt x="7418" y="5311"/>
                  </a:lnTo>
                  <a:cubicBezTo>
                    <a:pt x="7418" y="5370"/>
                    <a:pt x="7442" y="5442"/>
                    <a:pt x="7466" y="5489"/>
                  </a:cubicBezTo>
                  <a:lnTo>
                    <a:pt x="7228" y="5727"/>
                  </a:lnTo>
                  <a:lnTo>
                    <a:pt x="7204" y="5727"/>
                  </a:lnTo>
                  <a:lnTo>
                    <a:pt x="6966" y="5489"/>
                  </a:lnTo>
                  <a:cubicBezTo>
                    <a:pt x="6990" y="5430"/>
                    <a:pt x="7001" y="5370"/>
                    <a:pt x="7001" y="5311"/>
                  </a:cubicBezTo>
                  <a:lnTo>
                    <a:pt x="7001" y="5215"/>
                  </a:lnTo>
                  <a:close/>
                  <a:moveTo>
                    <a:pt x="10419" y="5215"/>
                  </a:moveTo>
                  <a:lnTo>
                    <a:pt x="10419" y="5311"/>
                  </a:lnTo>
                  <a:cubicBezTo>
                    <a:pt x="10419" y="5370"/>
                    <a:pt x="10430" y="5442"/>
                    <a:pt x="10454" y="5489"/>
                  </a:cubicBezTo>
                  <a:lnTo>
                    <a:pt x="10216" y="5727"/>
                  </a:lnTo>
                  <a:lnTo>
                    <a:pt x="10192" y="5727"/>
                  </a:lnTo>
                  <a:lnTo>
                    <a:pt x="9954" y="5489"/>
                  </a:lnTo>
                  <a:cubicBezTo>
                    <a:pt x="9978" y="5430"/>
                    <a:pt x="10002" y="5370"/>
                    <a:pt x="10002" y="5311"/>
                  </a:cubicBezTo>
                  <a:lnTo>
                    <a:pt x="10002" y="5215"/>
                  </a:lnTo>
                  <a:close/>
                  <a:moveTo>
                    <a:pt x="2584" y="0"/>
                  </a:moveTo>
                  <a:cubicBezTo>
                    <a:pt x="2191" y="0"/>
                    <a:pt x="1858" y="322"/>
                    <a:pt x="1858" y="727"/>
                  </a:cubicBezTo>
                  <a:lnTo>
                    <a:pt x="1858" y="1096"/>
                  </a:lnTo>
                  <a:cubicBezTo>
                    <a:pt x="1858" y="1393"/>
                    <a:pt x="2013" y="1667"/>
                    <a:pt x="2227" y="1846"/>
                  </a:cubicBezTo>
                  <a:lnTo>
                    <a:pt x="2227" y="2108"/>
                  </a:lnTo>
                  <a:cubicBezTo>
                    <a:pt x="2227" y="2108"/>
                    <a:pt x="2227" y="2132"/>
                    <a:pt x="2215" y="2132"/>
                  </a:cubicBezTo>
                  <a:lnTo>
                    <a:pt x="1787" y="2346"/>
                  </a:lnTo>
                  <a:cubicBezTo>
                    <a:pt x="1608" y="2441"/>
                    <a:pt x="1489" y="2632"/>
                    <a:pt x="1489" y="2846"/>
                  </a:cubicBezTo>
                  <a:lnTo>
                    <a:pt x="1489" y="3179"/>
                  </a:lnTo>
                  <a:lnTo>
                    <a:pt x="1096" y="3179"/>
                  </a:lnTo>
                  <a:cubicBezTo>
                    <a:pt x="703" y="3179"/>
                    <a:pt x="370" y="3513"/>
                    <a:pt x="370" y="3918"/>
                  </a:cubicBezTo>
                  <a:lnTo>
                    <a:pt x="370" y="4287"/>
                  </a:lnTo>
                  <a:cubicBezTo>
                    <a:pt x="370" y="4584"/>
                    <a:pt x="524" y="4846"/>
                    <a:pt x="739" y="5025"/>
                  </a:cubicBezTo>
                  <a:lnTo>
                    <a:pt x="739" y="5299"/>
                  </a:lnTo>
                  <a:cubicBezTo>
                    <a:pt x="739" y="5299"/>
                    <a:pt x="739" y="5311"/>
                    <a:pt x="727" y="5311"/>
                  </a:cubicBezTo>
                  <a:lnTo>
                    <a:pt x="298" y="5537"/>
                  </a:lnTo>
                  <a:cubicBezTo>
                    <a:pt x="120" y="5620"/>
                    <a:pt x="1" y="5823"/>
                    <a:pt x="1" y="6025"/>
                  </a:cubicBezTo>
                  <a:lnTo>
                    <a:pt x="1" y="7870"/>
                  </a:lnTo>
                  <a:cubicBezTo>
                    <a:pt x="1" y="8025"/>
                    <a:pt x="48" y="8156"/>
                    <a:pt x="120" y="8275"/>
                  </a:cubicBezTo>
                  <a:lnTo>
                    <a:pt x="298" y="8561"/>
                  </a:lnTo>
                  <a:cubicBezTo>
                    <a:pt x="346" y="8621"/>
                    <a:pt x="358" y="8692"/>
                    <a:pt x="358" y="8775"/>
                  </a:cubicBezTo>
                  <a:lnTo>
                    <a:pt x="358" y="9549"/>
                  </a:lnTo>
                  <a:cubicBezTo>
                    <a:pt x="358" y="9644"/>
                    <a:pt x="429" y="9716"/>
                    <a:pt x="524" y="9716"/>
                  </a:cubicBezTo>
                  <a:cubicBezTo>
                    <a:pt x="608" y="9716"/>
                    <a:pt x="679" y="9644"/>
                    <a:pt x="679" y="9549"/>
                  </a:cubicBezTo>
                  <a:lnTo>
                    <a:pt x="679" y="8775"/>
                  </a:lnTo>
                  <a:cubicBezTo>
                    <a:pt x="679" y="8632"/>
                    <a:pt x="644" y="8501"/>
                    <a:pt x="560" y="8371"/>
                  </a:cubicBezTo>
                  <a:lnTo>
                    <a:pt x="382" y="8097"/>
                  </a:lnTo>
                  <a:cubicBezTo>
                    <a:pt x="346" y="8037"/>
                    <a:pt x="322" y="7966"/>
                    <a:pt x="322" y="7870"/>
                  </a:cubicBezTo>
                  <a:lnTo>
                    <a:pt x="322" y="6025"/>
                  </a:lnTo>
                  <a:cubicBezTo>
                    <a:pt x="322" y="5954"/>
                    <a:pt x="370" y="5882"/>
                    <a:pt x="441" y="5846"/>
                  </a:cubicBezTo>
                  <a:lnTo>
                    <a:pt x="763" y="5692"/>
                  </a:lnTo>
                  <a:lnTo>
                    <a:pt x="1036" y="5977"/>
                  </a:lnTo>
                  <a:cubicBezTo>
                    <a:pt x="1120" y="6049"/>
                    <a:pt x="1203" y="6085"/>
                    <a:pt x="1298" y="6085"/>
                  </a:cubicBezTo>
                  <a:cubicBezTo>
                    <a:pt x="1382" y="6085"/>
                    <a:pt x="1477" y="6049"/>
                    <a:pt x="1548" y="5977"/>
                  </a:cubicBezTo>
                  <a:lnTo>
                    <a:pt x="1834" y="5692"/>
                  </a:lnTo>
                  <a:lnTo>
                    <a:pt x="2144" y="5846"/>
                  </a:lnTo>
                  <a:cubicBezTo>
                    <a:pt x="2215" y="5882"/>
                    <a:pt x="2263" y="5954"/>
                    <a:pt x="2263" y="6025"/>
                  </a:cubicBezTo>
                  <a:lnTo>
                    <a:pt x="2263" y="7870"/>
                  </a:lnTo>
                  <a:cubicBezTo>
                    <a:pt x="2263" y="7942"/>
                    <a:pt x="2227" y="8025"/>
                    <a:pt x="2203" y="8097"/>
                  </a:cubicBezTo>
                  <a:lnTo>
                    <a:pt x="2025" y="8371"/>
                  </a:lnTo>
                  <a:cubicBezTo>
                    <a:pt x="1953" y="8490"/>
                    <a:pt x="1906" y="8644"/>
                    <a:pt x="1906" y="8775"/>
                  </a:cubicBezTo>
                  <a:lnTo>
                    <a:pt x="1906" y="9549"/>
                  </a:lnTo>
                  <a:cubicBezTo>
                    <a:pt x="1906" y="9644"/>
                    <a:pt x="1977" y="9716"/>
                    <a:pt x="2072" y="9716"/>
                  </a:cubicBezTo>
                  <a:cubicBezTo>
                    <a:pt x="2156" y="9716"/>
                    <a:pt x="2227" y="9644"/>
                    <a:pt x="2227" y="9549"/>
                  </a:cubicBezTo>
                  <a:lnTo>
                    <a:pt x="2227" y="8775"/>
                  </a:lnTo>
                  <a:cubicBezTo>
                    <a:pt x="2227" y="8704"/>
                    <a:pt x="2263" y="8632"/>
                    <a:pt x="2287" y="8561"/>
                  </a:cubicBezTo>
                  <a:lnTo>
                    <a:pt x="2465" y="8275"/>
                  </a:lnTo>
                  <a:cubicBezTo>
                    <a:pt x="2549" y="8156"/>
                    <a:pt x="2584" y="8001"/>
                    <a:pt x="2584" y="7870"/>
                  </a:cubicBezTo>
                  <a:lnTo>
                    <a:pt x="2584" y="6025"/>
                  </a:lnTo>
                  <a:cubicBezTo>
                    <a:pt x="2584" y="5823"/>
                    <a:pt x="2465" y="5644"/>
                    <a:pt x="2287" y="5537"/>
                  </a:cubicBezTo>
                  <a:lnTo>
                    <a:pt x="1858" y="5311"/>
                  </a:lnTo>
                  <a:lnTo>
                    <a:pt x="1846" y="5299"/>
                  </a:lnTo>
                  <a:lnTo>
                    <a:pt x="1846" y="5025"/>
                  </a:lnTo>
                  <a:cubicBezTo>
                    <a:pt x="2072" y="4870"/>
                    <a:pt x="2215" y="4596"/>
                    <a:pt x="2215" y="4287"/>
                  </a:cubicBezTo>
                  <a:lnTo>
                    <a:pt x="2215" y="3918"/>
                  </a:lnTo>
                  <a:cubicBezTo>
                    <a:pt x="2215" y="3644"/>
                    <a:pt x="2072" y="3406"/>
                    <a:pt x="1846" y="3275"/>
                  </a:cubicBezTo>
                  <a:lnTo>
                    <a:pt x="1846" y="2822"/>
                  </a:lnTo>
                  <a:cubicBezTo>
                    <a:pt x="1846" y="2751"/>
                    <a:pt x="1894" y="2679"/>
                    <a:pt x="1965" y="2644"/>
                  </a:cubicBezTo>
                  <a:lnTo>
                    <a:pt x="2275" y="2501"/>
                  </a:lnTo>
                  <a:lnTo>
                    <a:pt x="2560" y="2786"/>
                  </a:lnTo>
                  <a:cubicBezTo>
                    <a:pt x="2632" y="2858"/>
                    <a:pt x="2727" y="2882"/>
                    <a:pt x="2810" y="2882"/>
                  </a:cubicBezTo>
                  <a:cubicBezTo>
                    <a:pt x="2906" y="2882"/>
                    <a:pt x="2989" y="2858"/>
                    <a:pt x="3061" y="2786"/>
                  </a:cubicBezTo>
                  <a:lnTo>
                    <a:pt x="3346" y="2501"/>
                  </a:lnTo>
                  <a:lnTo>
                    <a:pt x="3656" y="2644"/>
                  </a:lnTo>
                  <a:cubicBezTo>
                    <a:pt x="3739" y="2679"/>
                    <a:pt x="3775" y="2751"/>
                    <a:pt x="3775" y="2822"/>
                  </a:cubicBezTo>
                  <a:lnTo>
                    <a:pt x="3775" y="3275"/>
                  </a:lnTo>
                  <a:cubicBezTo>
                    <a:pt x="3561" y="3394"/>
                    <a:pt x="3406" y="3632"/>
                    <a:pt x="3406" y="3918"/>
                  </a:cubicBezTo>
                  <a:lnTo>
                    <a:pt x="3406" y="4287"/>
                  </a:lnTo>
                  <a:cubicBezTo>
                    <a:pt x="3406" y="4584"/>
                    <a:pt x="3561" y="4846"/>
                    <a:pt x="3775" y="5025"/>
                  </a:cubicBezTo>
                  <a:lnTo>
                    <a:pt x="3775" y="5299"/>
                  </a:lnTo>
                  <a:cubicBezTo>
                    <a:pt x="3775" y="5299"/>
                    <a:pt x="3775" y="5311"/>
                    <a:pt x="3763" y="5311"/>
                  </a:cubicBezTo>
                  <a:lnTo>
                    <a:pt x="3334" y="5537"/>
                  </a:lnTo>
                  <a:cubicBezTo>
                    <a:pt x="3156" y="5620"/>
                    <a:pt x="3037" y="5823"/>
                    <a:pt x="3037" y="6025"/>
                  </a:cubicBezTo>
                  <a:lnTo>
                    <a:pt x="3037" y="7870"/>
                  </a:lnTo>
                  <a:cubicBezTo>
                    <a:pt x="3037" y="8025"/>
                    <a:pt x="3084" y="8156"/>
                    <a:pt x="3156" y="8275"/>
                  </a:cubicBezTo>
                  <a:lnTo>
                    <a:pt x="3334" y="8561"/>
                  </a:lnTo>
                  <a:cubicBezTo>
                    <a:pt x="3382" y="8621"/>
                    <a:pt x="3394" y="8692"/>
                    <a:pt x="3394" y="8775"/>
                  </a:cubicBezTo>
                  <a:lnTo>
                    <a:pt x="3394" y="9549"/>
                  </a:lnTo>
                  <a:cubicBezTo>
                    <a:pt x="3394" y="9644"/>
                    <a:pt x="3465" y="9716"/>
                    <a:pt x="3561" y="9716"/>
                  </a:cubicBezTo>
                  <a:cubicBezTo>
                    <a:pt x="3644" y="9716"/>
                    <a:pt x="3715" y="9644"/>
                    <a:pt x="3715" y="9549"/>
                  </a:cubicBezTo>
                  <a:lnTo>
                    <a:pt x="3715" y="8775"/>
                  </a:lnTo>
                  <a:cubicBezTo>
                    <a:pt x="3715" y="8632"/>
                    <a:pt x="3680" y="8501"/>
                    <a:pt x="3596" y="8371"/>
                  </a:cubicBezTo>
                  <a:lnTo>
                    <a:pt x="3418" y="8097"/>
                  </a:lnTo>
                  <a:cubicBezTo>
                    <a:pt x="3382" y="8037"/>
                    <a:pt x="3358" y="7966"/>
                    <a:pt x="3358" y="7870"/>
                  </a:cubicBezTo>
                  <a:lnTo>
                    <a:pt x="3358" y="6025"/>
                  </a:lnTo>
                  <a:cubicBezTo>
                    <a:pt x="3358" y="5954"/>
                    <a:pt x="3406" y="5882"/>
                    <a:pt x="3477" y="5846"/>
                  </a:cubicBezTo>
                  <a:lnTo>
                    <a:pt x="3799" y="5692"/>
                  </a:lnTo>
                  <a:lnTo>
                    <a:pt x="4073" y="5977"/>
                  </a:lnTo>
                  <a:cubicBezTo>
                    <a:pt x="4156" y="6049"/>
                    <a:pt x="4239" y="6085"/>
                    <a:pt x="4334" y="6085"/>
                  </a:cubicBezTo>
                  <a:cubicBezTo>
                    <a:pt x="4418" y="6085"/>
                    <a:pt x="4513" y="6049"/>
                    <a:pt x="4585" y="5977"/>
                  </a:cubicBezTo>
                  <a:lnTo>
                    <a:pt x="4870" y="5692"/>
                  </a:lnTo>
                  <a:lnTo>
                    <a:pt x="5180" y="5846"/>
                  </a:lnTo>
                  <a:cubicBezTo>
                    <a:pt x="5251" y="5882"/>
                    <a:pt x="5299" y="5954"/>
                    <a:pt x="5299" y="6025"/>
                  </a:cubicBezTo>
                  <a:lnTo>
                    <a:pt x="5299" y="7870"/>
                  </a:lnTo>
                  <a:cubicBezTo>
                    <a:pt x="5299" y="7942"/>
                    <a:pt x="5263" y="8025"/>
                    <a:pt x="5239" y="8097"/>
                  </a:cubicBezTo>
                  <a:lnTo>
                    <a:pt x="5061" y="8371"/>
                  </a:lnTo>
                  <a:cubicBezTo>
                    <a:pt x="4989" y="8490"/>
                    <a:pt x="4942" y="8644"/>
                    <a:pt x="4942" y="8775"/>
                  </a:cubicBezTo>
                  <a:lnTo>
                    <a:pt x="4942" y="9549"/>
                  </a:lnTo>
                  <a:cubicBezTo>
                    <a:pt x="4942" y="9644"/>
                    <a:pt x="5013" y="9716"/>
                    <a:pt x="5108" y="9716"/>
                  </a:cubicBezTo>
                  <a:cubicBezTo>
                    <a:pt x="5192" y="9716"/>
                    <a:pt x="5263" y="9644"/>
                    <a:pt x="5263" y="9549"/>
                  </a:cubicBezTo>
                  <a:lnTo>
                    <a:pt x="5263" y="8775"/>
                  </a:lnTo>
                  <a:cubicBezTo>
                    <a:pt x="5263" y="8704"/>
                    <a:pt x="5299" y="8632"/>
                    <a:pt x="5323" y="8561"/>
                  </a:cubicBezTo>
                  <a:lnTo>
                    <a:pt x="5501" y="8275"/>
                  </a:lnTo>
                  <a:cubicBezTo>
                    <a:pt x="5585" y="8156"/>
                    <a:pt x="5620" y="8001"/>
                    <a:pt x="5620" y="7870"/>
                  </a:cubicBezTo>
                  <a:lnTo>
                    <a:pt x="5620" y="6025"/>
                  </a:lnTo>
                  <a:cubicBezTo>
                    <a:pt x="5620" y="5823"/>
                    <a:pt x="5501" y="5644"/>
                    <a:pt x="5323" y="5537"/>
                  </a:cubicBezTo>
                  <a:lnTo>
                    <a:pt x="4894" y="5311"/>
                  </a:lnTo>
                  <a:lnTo>
                    <a:pt x="4882" y="5299"/>
                  </a:lnTo>
                  <a:lnTo>
                    <a:pt x="4882" y="5025"/>
                  </a:lnTo>
                  <a:cubicBezTo>
                    <a:pt x="5108" y="4870"/>
                    <a:pt x="5251" y="4596"/>
                    <a:pt x="5251" y="4287"/>
                  </a:cubicBezTo>
                  <a:lnTo>
                    <a:pt x="5251" y="3918"/>
                  </a:lnTo>
                  <a:cubicBezTo>
                    <a:pt x="5251" y="3644"/>
                    <a:pt x="5108" y="3406"/>
                    <a:pt x="4882" y="3275"/>
                  </a:cubicBezTo>
                  <a:lnTo>
                    <a:pt x="4882" y="2822"/>
                  </a:lnTo>
                  <a:cubicBezTo>
                    <a:pt x="4882" y="2751"/>
                    <a:pt x="4930" y="2679"/>
                    <a:pt x="5001" y="2644"/>
                  </a:cubicBezTo>
                  <a:lnTo>
                    <a:pt x="5311" y="2501"/>
                  </a:lnTo>
                  <a:lnTo>
                    <a:pt x="5597" y="2786"/>
                  </a:lnTo>
                  <a:cubicBezTo>
                    <a:pt x="5668" y="2858"/>
                    <a:pt x="5763" y="2882"/>
                    <a:pt x="5847" y="2882"/>
                  </a:cubicBezTo>
                  <a:cubicBezTo>
                    <a:pt x="5942" y="2882"/>
                    <a:pt x="6025" y="2858"/>
                    <a:pt x="6097" y="2786"/>
                  </a:cubicBezTo>
                  <a:lnTo>
                    <a:pt x="6382" y="2501"/>
                  </a:lnTo>
                  <a:lnTo>
                    <a:pt x="6692" y="2644"/>
                  </a:lnTo>
                  <a:cubicBezTo>
                    <a:pt x="6775" y="2679"/>
                    <a:pt x="6811" y="2751"/>
                    <a:pt x="6811" y="2822"/>
                  </a:cubicBezTo>
                  <a:lnTo>
                    <a:pt x="6811" y="3275"/>
                  </a:lnTo>
                  <a:cubicBezTo>
                    <a:pt x="6597" y="3394"/>
                    <a:pt x="6442" y="3632"/>
                    <a:pt x="6442" y="3918"/>
                  </a:cubicBezTo>
                  <a:lnTo>
                    <a:pt x="6442" y="4287"/>
                  </a:lnTo>
                  <a:cubicBezTo>
                    <a:pt x="6442" y="4584"/>
                    <a:pt x="6597" y="4846"/>
                    <a:pt x="6811" y="5025"/>
                  </a:cubicBezTo>
                  <a:lnTo>
                    <a:pt x="6811" y="5299"/>
                  </a:lnTo>
                  <a:cubicBezTo>
                    <a:pt x="6811" y="5299"/>
                    <a:pt x="6811" y="5311"/>
                    <a:pt x="6799" y="5311"/>
                  </a:cubicBezTo>
                  <a:lnTo>
                    <a:pt x="6370" y="5537"/>
                  </a:lnTo>
                  <a:cubicBezTo>
                    <a:pt x="6192" y="5620"/>
                    <a:pt x="6073" y="5823"/>
                    <a:pt x="6073" y="6025"/>
                  </a:cubicBezTo>
                  <a:lnTo>
                    <a:pt x="6073" y="7870"/>
                  </a:lnTo>
                  <a:cubicBezTo>
                    <a:pt x="6073" y="8025"/>
                    <a:pt x="6120" y="8156"/>
                    <a:pt x="6192" y="8275"/>
                  </a:cubicBezTo>
                  <a:lnTo>
                    <a:pt x="6370" y="8561"/>
                  </a:lnTo>
                  <a:cubicBezTo>
                    <a:pt x="6418" y="8621"/>
                    <a:pt x="6430" y="8692"/>
                    <a:pt x="6430" y="8775"/>
                  </a:cubicBezTo>
                  <a:lnTo>
                    <a:pt x="6430" y="9549"/>
                  </a:lnTo>
                  <a:cubicBezTo>
                    <a:pt x="6430" y="9644"/>
                    <a:pt x="6501" y="9716"/>
                    <a:pt x="6597" y="9716"/>
                  </a:cubicBezTo>
                  <a:cubicBezTo>
                    <a:pt x="6680" y="9716"/>
                    <a:pt x="6751" y="9644"/>
                    <a:pt x="6751" y="9549"/>
                  </a:cubicBezTo>
                  <a:lnTo>
                    <a:pt x="6751" y="8775"/>
                  </a:lnTo>
                  <a:cubicBezTo>
                    <a:pt x="6751" y="8632"/>
                    <a:pt x="6716" y="8501"/>
                    <a:pt x="6632" y="8371"/>
                  </a:cubicBezTo>
                  <a:lnTo>
                    <a:pt x="6454" y="8097"/>
                  </a:lnTo>
                  <a:cubicBezTo>
                    <a:pt x="6418" y="8037"/>
                    <a:pt x="6394" y="7966"/>
                    <a:pt x="6394" y="7870"/>
                  </a:cubicBezTo>
                  <a:lnTo>
                    <a:pt x="6394" y="6025"/>
                  </a:lnTo>
                  <a:cubicBezTo>
                    <a:pt x="6394" y="5954"/>
                    <a:pt x="6442" y="5882"/>
                    <a:pt x="6513" y="5846"/>
                  </a:cubicBezTo>
                  <a:lnTo>
                    <a:pt x="6835" y="5692"/>
                  </a:lnTo>
                  <a:lnTo>
                    <a:pt x="7109" y="5977"/>
                  </a:lnTo>
                  <a:cubicBezTo>
                    <a:pt x="7192" y="6049"/>
                    <a:pt x="7275" y="6085"/>
                    <a:pt x="7371" y="6085"/>
                  </a:cubicBezTo>
                  <a:cubicBezTo>
                    <a:pt x="7454" y="6085"/>
                    <a:pt x="7549" y="6049"/>
                    <a:pt x="7621" y="5977"/>
                  </a:cubicBezTo>
                  <a:lnTo>
                    <a:pt x="7906" y="5692"/>
                  </a:lnTo>
                  <a:lnTo>
                    <a:pt x="8216" y="5846"/>
                  </a:lnTo>
                  <a:cubicBezTo>
                    <a:pt x="8287" y="5882"/>
                    <a:pt x="8335" y="5954"/>
                    <a:pt x="8335" y="6025"/>
                  </a:cubicBezTo>
                  <a:lnTo>
                    <a:pt x="8335" y="7870"/>
                  </a:lnTo>
                  <a:cubicBezTo>
                    <a:pt x="8335" y="7942"/>
                    <a:pt x="8299" y="8025"/>
                    <a:pt x="8275" y="8097"/>
                  </a:cubicBezTo>
                  <a:lnTo>
                    <a:pt x="8097" y="8371"/>
                  </a:lnTo>
                  <a:cubicBezTo>
                    <a:pt x="8025" y="8490"/>
                    <a:pt x="7978" y="8644"/>
                    <a:pt x="7978" y="8775"/>
                  </a:cubicBezTo>
                  <a:lnTo>
                    <a:pt x="7978" y="9549"/>
                  </a:lnTo>
                  <a:cubicBezTo>
                    <a:pt x="7978" y="9644"/>
                    <a:pt x="8049" y="9716"/>
                    <a:pt x="8144" y="9716"/>
                  </a:cubicBezTo>
                  <a:cubicBezTo>
                    <a:pt x="8228" y="9716"/>
                    <a:pt x="8299" y="9644"/>
                    <a:pt x="8299" y="9549"/>
                  </a:cubicBezTo>
                  <a:lnTo>
                    <a:pt x="8299" y="8775"/>
                  </a:lnTo>
                  <a:cubicBezTo>
                    <a:pt x="8299" y="8704"/>
                    <a:pt x="8335" y="8632"/>
                    <a:pt x="8359" y="8561"/>
                  </a:cubicBezTo>
                  <a:lnTo>
                    <a:pt x="8537" y="8275"/>
                  </a:lnTo>
                  <a:cubicBezTo>
                    <a:pt x="8621" y="8156"/>
                    <a:pt x="8656" y="8001"/>
                    <a:pt x="8656" y="7870"/>
                  </a:cubicBezTo>
                  <a:lnTo>
                    <a:pt x="8656" y="6025"/>
                  </a:lnTo>
                  <a:cubicBezTo>
                    <a:pt x="8656" y="5823"/>
                    <a:pt x="8537" y="5644"/>
                    <a:pt x="8359" y="5537"/>
                  </a:cubicBezTo>
                  <a:lnTo>
                    <a:pt x="7930" y="5311"/>
                  </a:lnTo>
                  <a:lnTo>
                    <a:pt x="7918" y="5299"/>
                  </a:lnTo>
                  <a:lnTo>
                    <a:pt x="7918" y="5025"/>
                  </a:lnTo>
                  <a:cubicBezTo>
                    <a:pt x="8144" y="4870"/>
                    <a:pt x="8287" y="4596"/>
                    <a:pt x="8287" y="4287"/>
                  </a:cubicBezTo>
                  <a:lnTo>
                    <a:pt x="8287" y="3918"/>
                  </a:lnTo>
                  <a:cubicBezTo>
                    <a:pt x="8287" y="3644"/>
                    <a:pt x="8144" y="3406"/>
                    <a:pt x="7918" y="3275"/>
                  </a:cubicBezTo>
                  <a:lnTo>
                    <a:pt x="7918" y="2822"/>
                  </a:lnTo>
                  <a:cubicBezTo>
                    <a:pt x="7918" y="2751"/>
                    <a:pt x="7966" y="2679"/>
                    <a:pt x="8037" y="2644"/>
                  </a:cubicBezTo>
                  <a:lnTo>
                    <a:pt x="8347" y="2501"/>
                  </a:lnTo>
                  <a:lnTo>
                    <a:pt x="8633" y="2786"/>
                  </a:lnTo>
                  <a:cubicBezTo>
                    <a:pt x="8704" y="2858"/>
                    <a:pt x="8799" y="2882"/>
                    <a:pt x="8883" y="2882"/>
                  </a:cubicBezTo>
                  <a:cubicBezTo>
                    <a:pt x="8978" y="2882"/>
                    <a:pt x="9061" y="2858"/>
                    <a:pt x="9133" y="2786"/>
                  </a:cubicBezTo>
                  <a:lnTo>
                    <a:pt x="9418" y="2501"/>
                  </a:lnTo>
                  <a:lnTo>
                    <a:pt x="9728" y="2644"/>
                  </a:lnTo>
                  <a:cubicBezTo>
                    <a:pt x="9811" y="2679"/>
                    <a:pt x="9847" y="2751"/>
                    <a:pt x="9847" y="2822"/>
                  </a:cubicBezTo>
                  <a:lnTo>
                    <a:pt x="9847" y="3275"/>
                  </a:lnTo>
                  <a:cubicBezTo>
                    <a:pt x="9633" y="3394"/>
                    <a:pt x="9478" y="3632"/>
                    <a:pt x="9478" y="3918"/>
                  </a:cubicBezTo>
                  <a:lnTo>
                    <a:pt x="9478" y="4287"/>
                  </a:lnTo>
                  <a:cubicBezTo>
                    <a:pt x="9478" y="4584"/>
                    <a:pt x="9633" y="4846"/>
                    <a:pt x="9847" y="5025"/>
                  </a:cubicBezTo>
                  <a:lnTo>
                    <a:pt x="9847" y="5299"/>
                  </a:lnTo>
                  <a:cubicBezTo>
                    <a:pt x="9847" y="5299"/>
                    <a:pt x="9847" y="5311"/>
                    <a:pt x="9835" y="5311"/>
                  </a:cubicBezTo>
                  <a:lnTo>
                    <a:pt x="9407" y="5537"/>
                  </a:lnTo>
                  <a:cubicBezTo>
                    <a:pt x="9228" y="5620"/>
                    <a:pt x="9109" y="5823"/>
                    <a:pt x="9109" y="6025"/>
                  </a:cubicBezTo>
                  <a:lnTo>
                    <a:pt x="9109" y="7870"/>
                  </a:lnTo>
                  <a:cubicBezTo>
                    <a:pt x="9109" y="8025"/>
                    <a:pt x="9157" y="8156"/>
                    <a:pt x="9228" y="8275"/>
                  </a:cubicBezTo>
                  <a:lnTo>
                    <a:pt x="9407" y="8561"/>
                  </a:lnTo>
                  <a:cubicBezTo>
                    <a:pt x="9454" y="8621"/>
                    <a:pt x="9466" y="8692"/>
                    <a:pt x="9466" y="8775"/>
                  </a:cubicBezTo>
                  <a:lnTo>
                    <a:pt x="9466" y="9549"/>
                  </a:lnTo>
                  <a:cubicBezTo>
                    <a:pt x="9466" y="9644"/>
                    <a:pt x="9538" y="9716"/>
                    <a:pt x="9633" y="9716"/>
                  </a:cubicBezTo>
                  <a:cubicBezTo>
                    <a:pt x="9716" y="9716"/>
                    <a:pt x="9788" y="9644"/>
                    <a:pt x="9788" y="9549"/>
                  </a:cubicBezTo>
                  <a:lnTo>
                    <a:pt x="9788" y="8775"/>
                  </a:lnTo>
                  <a:cubicBezTo>
                    <a:pt x="9788" y="8632"/>
                    <a:pt x="9752" y="8501"/>
                    <a:pt x="9668" y="8371"/>
                  </a:cubicBezTo>
                  <a:lnTo>
                    <a:pt x="9490" y="8097"/>
                  </a:lnTo>
                  <a:cubicBezTo>
                    <a:pt x="9454" y="8037"/>
                    <a:pt x="9430" y="7966"/>
                    <a:pt x="9430" y="7870"/>
                  </a:cubicBezTo>
                  <a:lnTo>
                    <a:pt x="9430" y="6025"/>
                  </a:lnTo>
                  <a:cubicBezTo>
                    <a:pt x="9430" y="5954"/>
                    <a:pt x="9478" y="5882"/>
                    <a:pt x="9549" y="5846"/>
                  </a:cubicBezTo>
                  <a:lnTo>
                    <a:pt x="9871" y="5692"/>
                  </a:lnTo>
                  <a:lnTo>
                    <a:pt x="10145" y="5977"/>
                  </a:lnTo>
                  <a:cubicBezTo>
                    <a:pt x="10228" y="6049"/>
                    <a:pt x="10311" y="6085"/>
                    <a:pt x="10407" y="6085"/>
                  </a:cubicBezTo>
                  <a:cubicBezTo>
                    <a:pt x="10490" y="6085"/>
                    <a:pt x="10585" y="6049"/>
                    <a:pt x="10657" y="5977"/>
                  </a:cubicBezTo>
                  <a:lnTo>
                    <a:pt x="10942" y="5692"/>
                  </a:lnTo>
                  <a:lnTo>
                    <a:pt x="11252" y="5846"/>
                  </a:lnTo>
                  <a:cubicBezTo>
                    <a:pt x="11323" y="5882"/>
                    <a:pt x="11371" y="5954"/>
                    <a:pt x="11371" y="6025"/>
                  </a:cubicBezTo>
                  <a:lnTo>
                    <a:pt x="11371" y="7870"/>
                  </a:lnTo>
                  <a:cubicBezTo>
                    <a:pt x="11371" y="7942"/>
                    <a:pt x="11335" y="8025"/>
                    <a:pt x="11312" y="8097"/>
                  </a:cubicBezTo>
                  <a:lnTo>
                    <a:pt x="11133" y="8371"/>
                  </a:lnTo>
                  <a:cubicBezTo>
                    <a:pt x="11062" y="8490"/>
                    <a:pt x="11014" y="8644"/>
                    <a:pt x="11014" y="8775"/>
                  </a:cubicBezTo>
                  <a:lnTo>
                    <a:pt x="11014" y="9549"/>
                  </a:lnTo>
                  <a:cubicBezTo>
                    <a:pt x="11014" y="9644"/>
                    <a:pt x="11085" y="9716"/>
                    <a:pt x="11181" y="9716"/>
                  </a:cubicBezTo>
                  <a:cubicBezTo>
                    <a:pt x="11264" y="9716"/>
                    <a:pt x="11335" y="9644"/>
                    <a:pt x="11335" y="9549"/>
                  </a:cubicBezTo>
                  <a:lnTo>
                    <a:pt x="11335" y="8775"/>
                  </a:lnTo>
                  <a:cubicBezTo>
                    <a:pt x="11335" y="8704"/>
                    <a:pt x="11371" y="8632"/>
                    <a:pt x="11395" y="8561"/>
                  </a:cubicBezTo>
                  <a:lnTo>
                    <a:pt x="11573" y="8275"/>
                  </a:lnTo>
                  <a:cubicBezTo>
                    <a:pt x="11657" y="8156"/>
                    <a:pt x="11693" y="8001"/>
                    <a:pt x="11693" y="7870"/>
                  </a:cubicBezTo>
                  <a:lnTo>
                    <a:pt x="11693" y="6025"/>
                  </a:lnTo>
                  <a:cubicBezTo>
                    <a:pt x="11514" y="5823"/>
                    <a:pt x="11395" y="5620"/>
                    <a:pt x="11204" y="5537"/>
                  </a:cubicBezTo>
                  <a:lnTo>
                    <a:pt x="10776" y="5311"/>
                  </a:lnTo>
                  <a:lnTo>
                    <a:pt x="10764" y="5299"/>
                  </a:lnTo>
                  <a:lnTo>
                    <a:pt x="10764" y="5025"/>
                  </a:lnTo>
                  <a:cubicBezTo>
                    <a:pt x="10978" y="4870"/>
                    <a:pt x="11133" y="4596"/>
                    <a:pt x="11133" y="4287"/>
                  </a:cubicBezTo>
                  <a:lnTo>
                    <a:pt x="11133" y="3918"/>
                  </a:lnTo>
                  <a:cubicBezTo>
                    <a:pt x="11133" y="3513"/>
                    <a:pt x="10800" y="3179"/>
                    <a:pt x="10407" y="3179"/>
                  </a:cubicBezTo>
                  <a:lnTo>
                    <a:pt x="10014" y="3179"/>
                  </a:lnTo>
                  <a:lnTo>
                    <a:pt x="10014" y="2846"/>
                  </a:lnTo>
                  <a:cubicBezTo>
                    <a:pt x="10014" y="2632"/>
                    <a:pt x="9895" y="2453"/>
                    <a:pt x="9716" y="2346"/>
                  </a:cubicBezTo>
                  <a:lnTo>
                    <a:pt x="9287" y="2132"/>
                  </a:lnTo>
                  <a:lnTo>
                    <a:pt x="9276" y="2108"/>
                  </a:lnTo>
                  <a:lnTo>
                    <a:pt x="9276" y="1846"/>
                  </a:lnTo>
                  <a:cubicBezTo>
                    <a:pt x="9490" y="1679"/>
                    <a:pt x="9645" y="1417"/>
                    <a:pt x="9645" y="1096"/>
                  </a:cubicBezTo>
                  <a:lnTo>
                    <a:pt x="9645" y="727"/>
                  </a:lnTo>
                  <a:cubicBezTo>
                    <a:pt x="9645" y="322"/>
                    <a:pt x="9311" y="0"/>
                    <a:pt x="8918" y="0"/>
                  </a:cubicBezTo>
                  <a:lnTo>
                    <a:pt x="8537" y="0"/>
                  </a:lnTo>
                  <a:cubicBezTo>
                    <a:pt x="8133" y="0"/>
                    <a:pt x="7811" y="322"/>
                    <a:pt x="7811" y="727"/>
                  </a:cubicBezTo>
                  <a:lnTo>
                    <a:pt x="7811" y="1096"/>
                  </a:lnTo>
                  <a:cubicBezTo>
                    <a:pt x="7811" y="1393"/>
                    <a:pt x="7966" y="1667"/>
                    <a:pt x="8180" y="1846"/>
                  </a:cubicBezTo>
                  <a:lnTo>
                    <a:pt x="8180" y="2108"/>
                  </a:lnTo>
                  <a:cubicBezTo>
                    <a:pt x="8180" y="2108"/>
                    <a:pt x="8180" y="2132"/>
                    <a:pt x="8168" y="2132"/>
                  </a:cubicBezTo>
                  <a:lnTo>
                    <a:pt x="7740" y="2346"/>
                  </a:lnTo>
                  <a:cubicBezTo>
                    <a:pt x="7561" y="2441"/>
                    <a:pt x="7442" y="2632"/>
                    <a:pt x="7442" y="2846"/>
                  </a:cubicBezTo>
                  <a:lnTo>
                    <a:pt x="7442" y="3179"/>
                  </a:lnTo>
                  <a:lnTo>
                    <a:pt x="7037" y="3179"/>
                  </a:lnTo>
                  <a:lnTo>
                    <a:pt x="7037" y="2846"/>
                  </a:lnTo>
                  <a:cubicBezTo>
                    <a:pt x="7037" y="2632"/>
                    <a:pt x="6918" y="2453"/>
                    <a:pt x="6740" y="2346"/>
                  </a:cubicBezTo>
                  <a:lnTo>
                    <a:pt x="6311" y="2132"/>
                  </a:lnTo>
                  <a:lnTo>
                    <a:pt x="6299" y="2108"/>
                  </a:lnTo>
                  <a:lnTo>
                    <a:pt x="6299" y="1846"/>
                  </a:lnTo>
                  <a:cubicBezTo>
                    <a:pt x="6513" y="1679"/>
                    <a:pt x="6668" y="1417"/>
                    <a:pt x="6668" y="1096"/>
                  </a:cubicBezTo>
                  <a:lnTo>
                    <a:pt x="6668" y="727"/>
                  </a:lnTo>
                  <a:cubicBezTo>
                    <a:pt x="6668" y="322"/>
                    <a:pt x="6335" y="0"/>
                    <a:pt x="5942" y="0"/>
                  </a:cubicBezTo>
                  <a:lnTo>
                    <a:pt x="5561" y="0"/>
                  </a:lnTo>
                  <a:cubicBezTo>
                    <a:pt x="5168" y="0"/>
                    <a:pt x="4835" y="322"/>
                    <a:pt x="4835" y="727"/>
                  </a:cubicBezTo>
                  <a:lnTo>
                    <a:pt x="4835" y="1096"/>
                  </a:lnTo>
                  <a:cubicBezTo>
                    <a:pt x="4835" y="1393"/>
                    <a:pt x="4989" y="1667"/>
                    <a:pt x="5204" y="1846"/>
                  </a:cubicBezTo>
                  <a:lnTo>
                    <a:pt x="5204" y="2108"/>
                  </a:lnTo>
                  <a:cubicBezTo>
                    <a:pt x="5204" y="2108"/>
                    <a:pt x="5204" y="2132"/>
                    <a:pt x="5192" y="2132"/>
                  </a:cubicBezTo>
                  <a:lnTo>
                    <a:pt x="4763" y="2346"/>
                  </a:lnTo>
                  <a:cubicBezTo>
                    <a:pt x="4585" y="2441"/>
                    <a:pt x="4465" y="2632"/>
                    <a:pt x="4465" y="2846"/>
                  </a:cubicBezTo>
                  <a:lnTo>
                    <a:pt x="4465" y="3179"/>
                  </a:lnTo>
                  <a:lnTo>
                    <a:pt x="4061" y="3179"/>
                  </a:lnTo>
                  <a:lnTo>
                    <a:pt x="4061" y="2846"/>
                  </a:lnTo>
                  <a:cubicBezTo>
                    <a:pt x="4061" y="2632"/>
                    <a:pt x="3942" y="2453"/>
                    <a:pt x="3763" y="2346"/>
                  </a:cubicBezTo>
                  <a:lnTo>
                    <a:pt x="3334" y="2132"/>
                  </a:lnTo>
                  <a:lnTo>
                    <a:pt x="3322" y="2108"/>
                  </a:lnTo>
                  <a:lnTo>
                    <a:pt x="3322" y="1846"/>
                  </a:lnTo>
                  <a:cubicBezTo>
                    <a:pt x="3537" y="1679"/>
                    <a:pt x="3692" y="1417"/>
                    <a:pt x="3692" y="1096"/>
                  </a:cubicBezTo>
                  <a:lnTo>
                    <a:pt x="3692" y="727"/>
                  </a:lnTo>
                  <a:cubicBezTo>
                    <a:pt x="3692" y="322"/>
                    <a:pt x="3358" y="0"/>
                    <a:pt x="29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3">
  <p:cSld name="CUSTOM_9_3">
    <p:spTree>
      <p:nvGrpSpPr>
        <p:cNvPr id="169" name="Shape 169"/>
        <p:cNvGrpSpPr/>
        <p:nvPr/>
      </p:nvGrpSpPr>
      <p:grpSpPr>
        <a:xfrm>
          <a:off x="0" y="0"/>
          <a:ext cx="0" cy="0"/>
          <a:chOff x="0" y="0"/>
          <a:chExt cx="0" cy="0"/>
        </a:xfrm>
      </p:grpSpPr>
      <p:grpSp>
        <p:nvGrpSpPr>
          <p:cNvPr id="170" name="Google Shape;170;p30"/>
          <p:cNvGrpSpPr/>
          <p:nvPr/>
        </p:nvGrpSpPr>
        <p:grpSpPr>
          <a:xfrm>
            <a:off x="7955280" y="539404"/>
            <a:ext cx="475800" cy="475800"/>
            <a:chOff x="8424004" y="539404"/>
            <a:chExt cx="475800" cy="475800"/>
          </a:xfrm>
        </p:grpSpPr>
        <p:sp>
          <p:nvSpPr>
            <p:cNvPr id="171" name="Google Shape;171;p30"/>
            <p:cNvSpPr/>
            <p:nvPr/>
          </p:nvSpPr>
          <p:spPr>
            <a:xfrm>
              <a:off x="8424004" y="539404"/>
              <a:ext cx="475800" cy="475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2" name="Google Shape;172;p30"/>
            <p:cNvGrpSpPr/>
            <p:nvPr/>
          </p:nvGrpSpPr>
          <p:grpSpPr>
            <a:xfrm>
              <a:off x="8544061" y="667002"/>
              <a:ext cx="235692" cy="220582"/>
              <a:chOff x="2766264" y="3394042"/>
              <a:chExt cx="294873" cy="275934"/>
            </a:xfrm>
          </p:grpSpPr>
          <p:sp>
            <p:nvSpPr>
              <p:cNvPr id="173" name="Google Shape;173;p30"/>
              <p:cNvSpPr/>
              <p:nvPr/>
            </p:nvSpPr>
            <p:spPr>
              <a:xfrm>
                <a:off x="2766264" y="3394042"/>
                <a:ext cx="253176" cy="275934"/>
              </a:xfrm>
              <a:custGeom>
                <a:rect b="b" l="l" r="r" t="t"/>
                <a:pathLst>
                  <a:path extrusionOk="0" h="8669" w="7954">
                    <a:moveTo>
                      <a:pt x="6942" y="3489"/>
                    </a:moveTo>
                    <a:cubicBezTo>
                      <a:pt x="7371" y="3549"/>
                      <a:pt x="7692" y="3918"/>
                      <a:pt x="7692" y="4346"/>
                    </a:cubicBezTo>
                    <a:cubicBezTo>
                      <a:pt x="7692" y="4799"/>
                      <a:pt x="7382" y="5156"/>
                      <a:pt x="6942" y="5227"/>
                    </a:cubicBezTo>
                    <a:lnTo>
                      <a:pt x="6942" y="3489"/>
                    </a:lnTo>
                    <a:close/>
                    <a:moveTo>
                      <a:pt x="1013" y="3322"/>
                    </a:moveTo>
                    <a:lnTo>
                      <a:pt x="1013" y="5382"/>
                    </a:lnTo>
                    <a:lnTo>
                      <a:pt x="715" y="5382"/>
                    </a:lnTo>
                    <a:cubicBezTo>
                      <a:pt x="465" y="5382"/>
                      <a:pt x="263" y="5180"/>
                      <a:pt x="263" y="4930"/>
                    </a:cubicBezTo>
                    <a:lnTo>
                      <a:pt x="263" y="3775"/>
                    </a:lnTo>
                    <a:cubicBezTo>
                      <a:pt x="263" y="3537"/>
                      <a:pt x="453" y="3322"/>
                      <a:pt x="715" y="3322"/>
                    </a:cubicBezTo>
                    <a:close/>
                    <a:moveTo>
                      <a:pt x="2179" y="3322"/>
                    </a:moveTo>
                    <a:lnTo>
                      <a:pt x="2179" y="5382"/>
                    </a:lnTo>
                    <a:lnTo>
                      <a:pt x="1286" y="5382"/>
                    </a:lnTo>
                    <a:lnTo>
                      <a:pt x="1286" y="3322"/>
                    </a:lnTo>
                    <a:close/>
                    <a:moveTo>
                      <a:pt x="2322" y="6370"/>
                    </a:moveTo>
                    <a:lnTo>
                      <a:pt x="2322" y="6966"/>
                    </a:lnTo>
                    <a:lnTo>
                      <a:pt x="2060" y="6966"/>
                    </a:lnTo>
                    <a:lnTo>
                      <a:pt x="2227" y="6370"/>
                    </a:lnTo>
                    <a:close/>
                    <a:moveTo>
                      <a:pt x="2144" y="5644"/>
                    </a:moveTo>
                    <a:lnTo>
                      <a:pt x="1632" y="7549"/>
                    </a:lnTo>
                    <a:lnTo>
                      <a:pt x="1286" y="7549"/>
                    </a:lnTo>
                    <a:lnTo>
                      <a:pt x="1286" y="5644"/>
                    </a:lnTo>
                    <a:close/>
                    <a:moveTo>
                      <a:pt x="6680" y="274"/>
                    </a:moveTo>
                    <a:lnTo>
                      <a:pt x="6680" y="8430"/>
                    </a:lnTo>
                    <a:lnTo>
                      <a:pt x="6085" y="8430"/>
                    </a:lnTo>
                    <a:lnTo>
                      <a:pt x="6085" y="2703"/>
                    </a:lnTo>
                    <a:cubicBezTo>
                      <a:pt x="6085" y="2620"/>
                      <a:pt x="6025" y="2560"/>
                      <a:pt x="5954" y="2560"/>
                    </a:cubicBezTo>
                    <a:cubicBezTo>
                      <a:pt x="5870" y="2560"/>
                      <a:pt x="5811" y="2620"/>
                      <a:pt x="5811" y="2703"/>
                    </a:cubicBezTo>
                    <a:lnTo>
                      <a:pt x="5811" y="7549"/>
                    </a:lnTo>
                    <a:cubicBezTo>
                      <a:pt x="5632" y="7311"/>
                      <a:pt x="5382" y="6989"/>
                      <a:pt x="5037" y="6668"/>
                    </a:cubicBezTo>
                    <a:cubicBezTo>
                      <a:pt x="4668" y="6299"/>
                      <a:pt x="4263" y="6013"/>
                      <a:pt x="3870" y="5799"/>
                    </a:cubicBezTo>
                    <a:cubicBezTo>
                      <a:pt x="3406" y="5561"/>
                      <a:pt x="2930" y="5418"/>
                      <a:pt x="2453" y="5394"/>
                    </a:cubicBezTo>
                    <a:lnTo>
                      <a:pt x="2453" y="3322"/>
                    </a:lnTo>
                    <a:cubicBezTo>
                      <a:pt x="2930" y="3310"/>
                      <a:pt x="3406" y="3179"/>
                      <a:pt x="3870" y="2918"/>
                    </a:cubicBezTo>
                    <a:cubicBezTo>
                      <a:pt x="4263" y="2715"/>
                      <a:pt x="4668" y="2417"/>
                      <a:pt x="5037" y="2048"/>
                    </a:cubicBezTo>
                    <a:cubicBezTo>
                      <a:pt x="5370" y="1715"/>
                      <a:pt x="5632" y="1394"/>
                      <a:pt x="5811" y="1167"/>
                    </a:cubicBezTo>
                    <a:lnTo>
                      <a:pt x="5811" y="2025"/>
                    </a:lnTo>
                    <a:cubicBezTo>
                      <a:pt x="5811" y="2108"/>
                      <a:pt x="5870" y="2167"/>
                      <a:pt x="5954" y="2167"/>
                    </a:cubicBezTo>
                    <a:cubicBezTo>
                      <a:pt x="6025" y="2167"/>
                      <a:pt x="6085" y="2108"/>
                      <a:pt x="6085" y="2025"/>
                    </a:cubicBezTo>
                    <a:lnTo>
                      <a:pt x="6085" y="274"/>
                    </a:lnTo>
                    <a:close/>
                    <a:moveTo>
                      <a:pt x="5930" y="0"/>
                    </a:moveTo>
                    <a:cubicBezTo>
                      <a:pt x="5858" y="0"/>
                      <a:pt x="5799" y="60"/>
                      <a:pt x="5799" y="143"/>
                    </a:cubicBezTo>
                    <a:lnTo>
                      <a:pt x="5799" y="679"/>
                    </a:lnTo>
                    <a:cubicBezTo>
                      <a:pt x="5728" y="810"/>
                      <a:pt x="5370" y="1334"/>
                      <a:pt x="4835" y="1846"/>
                    </a:cubicBezTo>
                    <a:cubicBezTo>
                      <a:pt x="4263" y="2382"/>
                      <a:pt x="3370" y="3037"/>
                      <a:pt x="2299" y="3037"/>
                    </a:cubicBezTo>
                    <a:lnTo>
                      <a:pt x="715" y="3037"/>
                    </a:lnTo>
                    <a:cubicBezTo>
                      <a:pt x="310" y="3037"/>
                      <a:pt x="1" y="3370"/>
                      <a:pt x="1" y="3751"/>
                    </a:cubicBezTo>
                    <a:lnTo>
                      <a:pt x="1" y="4918"/>
                    </a:lnTo>
                    <a:cubicBezTo>
                      <a:pt x="1" y="5323"/>
                      <a:pt x="322" y="5632"/>
                      <a:pt x="715" y="5632"/>
                    </a:cubicBezTo>
                    <a:lnTo>
                      <a:pt x="1013" y="5632"/>
                    </a:lnTo>
                    <a:lnTo>
                      <a:pt x="1013" y="7668"/>
                    </a:lnTo>
                    <a:cubicBezTo>
                      <a:pt x="1013" y="7740"/>
                      <a:pt x="1072" y="7799"/>
                      <a:pt x="1144" y="7799"/>
                    </a:cubicBezTo>
                    <a:lnTo>
                      <a:pt x="1727" y="7799"/>
                    </a:lnTo>
                    <a:cubicBezTo>
                      <a:pt x="1787" y="7799"/>
                      <a:pt x="1846" y="7763"/>
                      <a:pt x="1858" y="7692"/>
                    </a:cubicBezTo>
                    <a:lnTo>
                      <a:pt x="1989" y="7216"/>
                    </a:lnTo>
                    <a:lnTo>
                      <a:pt x="2453" y="7216"/>
                    </a:lnTo>
                    <a:cubicBezTo>
                      <a:pt x="2525" y="7216"/>
                      <a:pt x="2584" y="7156"/>
                      <a:pt x="2584" y="7085"/>
                    </a:cubicBezTo>
                    <a:lnTo>
                      <a:pt x="2584" y="6204"/>
                    </a:lnTo>
                    <a:cubicBezTo>
                      <a:pt x="2584" y="6132"/>
                      <a:pt x="2525" y="6073"/>
                      <a:pt x="2453" y="6073"/>
                    </a:cubicBezTo>
                    <a:lnTo>
                      <a:pt x="2287" y="6073"/>
                    </a:lnTo>
                    <a:lnTo>
                      <a:pt x="2406" y="5632"/>
                    </a:lnTo>
                    <a:cubicBezTo>
                      <a:pt x="3430" y="5668"/>
                      <a:pt x="4299" y="6299"/>
                      <a:pt x="4835" y="6823"/>
                    </a:cubicBezTo>
                    <a:cubicBezTo>
                      <a:pt x="5370" y="7335"/>
                      <a:pt x="5704" y="7859"/>
                      <a:pt x="5799" y="7990"/>
                    </a:cubicBezTo>
                    <a:lnTo>
                      <a:pt x="5799" y="8525"/>
                    </a:lnTo>
                    <a:cubicBezTo>
                      <a:pt x="5799" y="8609"/>
                      <a:pt x="5858" y="8668"/>
                      <a:pt x="5930" y="8668"/>
                    </a:cubicBezTo>
                    <a:lnTo>
                      <a:pt x="6811" y="8668"/>
                    </a:lnTo>
                    <a:cubicBezTo>
                      <a:pt x="6882" y="8668"/>
                      <a:pt x="6942" y="8609"/>
                      <a:pt x="6942" y="8525"/>
                    </a:cubicBezTo>
                    <a:lnTo>
                      <a:pt x="6942" y="5465"/>
                    </a:lnTo>
                    <a:cubicBezTo>
                      <a:pt x="7525" y="5394"/>
                      <a:pt x="7954" y="4918"/>
                      <a:pt x="7954" y="4322"/>
                    </a:cubicBezTo>
                    <a:cubicBezTo>
                      <a:pt x="7954" y="3775"/>
                      <a:pt x="7525" y="3275"/>
                      <a:pt x="6942" y="3203"/>
                    </a:cubicBezTo>
                    <a:lnTo>
                      <a:pt x="6942" y="143"/>
                    </a:lnTo>
                    <a:cubicBezTo>
                      <a:pt x="6942" y="60"/>
                      <a:pt x="6882" y="0"/>
                      <a:pt x="681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0"/>
              <p:cNvSpPr/>
              <p:nvPr/>
            </p:nvSpPr>
            <p:spPr>
              <a:xfrm>
                <a:off x="3039143" y="3528205"/>
                <a:ext cx="21995" cy="8753"/>
              </a:xfrm>
              <a:custGeom>
                <a:rect b="b" l="l" r="r" t="t"/>
                <a:pathLst>
                  <a:path extrusionOk="0" h="275" w="691">
                    <a:moveTo>
                      <a:pt x="131" y="0"/>
                    </a:moveTo>
                    <a:cubicBezTo>
                      <a:pt x="60" y="0"/>
                      <a:pt x="0" y="60"/>
                      <a:pt x="0" y="131"/>
                    </a:cubicBezTo>
                    <a:cubicBezTo>
                      <a:pt x="0" y="215"/>
                      <a:pt x="60" y="274"/>
                      <a:pt x="131" y="274"/>
                    </a:cubicBezTo>
                    <a:lnTo>
                      <a:pt x="560" y="274"/>
                    </a:lnTo>
                    <a:cubicBezTo>
                      <a:pt x="631" y="274"/>
                      <a:pt x="691" y="215"/>
                      <a:pt x="691" y="131"/>
                    </a:cubicBezTo>
                    <a:cubicBezTo>
                      <a:pt x="691" y="60"/>
                      <a:pt x="631" y="0"/>
                      <a:pt x="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30"/>
              <p:cNvSpPr/>
              <p:nvPr/>
            </p:nvSpPr>
            <p:spPr>
              <a:xfrm>
                <a:off x="3019408" y="3475622"/>
                <a:ext cx="20499" cy="18875"/>
              </a:xfrm>
              <a:custGeom>
                <a:rect b="b" l="l" r="r" t="t"/>
                <a:pathLst>
                  <a:path extrusionOk="0" h="593" w="644">
                    <a:moveTo>
                      <a:pt x="501" y="0"/>
                    </a:moveTo>
                    <a:cubicBezTo>
                      <a:pt x="468" y="0"/>
                      <a:pt x="436" y="15"/>
                      <a:pt x="406" y="45"/>
                    </a:cubicBezTo>
                    <a:lnTo>
                      <a:pt x="96" y="355"/>
                    </a:lnTo>
                    <a:cubicBezTo>
                      <a:pt x="1" y="450"/>
                      <a:pt x="61" y="593"/>
                      <a:pt x="180" y="593"/>
                    </a:cubicBezTo>
                    <a:cubicBezTo>
                      <a:pt x="215" y="593"/>
                      <a:pt x="263" y="581"/>
                      <a:pt x="275" y="557"/>
                    </a:cubicBezTo>
                    <a:lnTo>
                      <a:pt x="584" y="235"/>
                    </a:lnTo>
                    <a:cubicBezTo>
                      <a:pt x="644" y="200"/>
                      <a:pt x="644" y="104"/>
                      <a:pt x="596" y="45"/>
                    </a:cubicBezTo>
                    <a:cubicBezTo>
                      <a:pt x="567" y="15"/>
                      <a:pt x="534" y="0"/>
                      <a:pt x="5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30"/>
              <p:cNvSpPr/>
              <p:nvPr/>
            </p:nvSpPr>
            <p:spPr>
              <a:xfrm>
                <a:off x="3020554" y="3570348"/>
                <a:ext cx="19353" cy="18621"/>
              </a:xfrm>
              <a:custGeom>
                <a:rect b="b" l="l" r="r" t="t"/>
                <a:pathLst>
                  <a:path extrusionOk="0" h="585" w="608">
                    <a:moveTo>
                      <a:pt x="155" y="1"/>
                    </a:moveTo>
                    <a:cubicBezTo>
                      <a:pt x="123" y="1"/>
                      <a:pt x="90" y="16"/>
                      <a:pt x="60" y="46"/>
                    </a:cubicBezTo>
                    <a:cubicBezTo>
                      <a:pt x="1" y="105"/>
                      <a:pt x="1" y="176"/>
                      <a:pt x="60" y="236"/>
                    </a:cubicBezTo>
                    <a:lnTo>
                      <a:pt x="370" y="546"/>
                    </a:lnTo>
                    <a:cubicBezTo>
                      <a:pt x="397" y="572"/>
                      <a:pt x="431" y="585"/>
                      <a:pt x="463" y="585"/>
                    </a:cubicBezTo>
                    <a:cubicBezTo>
                      <a:pt x="503" y="585"/>
                      <a:pt x="541" y="566"/>
                      <a:pt x="560" y="534"/>
                    </a:cubicBezTo>
                    <a:cubicBezTo>
                      <a:pt x="608" y="498"/>
                      <a:pt x="608" y="403"/>
                      <a:pt x="560" y="355"/>
                    </a:cubicBezTo>
                    <a:lnTo>
                      <a:pt x="251" y="46"/>
                    </a:lnTo>
                    <a:cubicBezTo>
                      <a:pt x="221" y="16"/>
                      <a:pt x="188" y="1"/>
                      <a:pt x="15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77" name="Google Shape;177;p30"/>
          <p:cNvSpPr/>
          <p:nvPr/>
        </p:nvSpPr>
        <p:spPr>
          <a:xfrm>
            <a:off x="0" y="4621775"/>
            <a:ext cx="9144000" cy="527700"/>
          </a:xfrm>
          <a:prstGeom prst="rect">
            <a:avLst/>
          </a:prstGeom>
          <a:solidFill>
            <a:srgbClr val="001D75">
              <a:alpha val="804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0" Type="http://schemas.openxmlformats.org/officeDocument/2006/relationships/theme" Target="../theme/theme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100" y="539400"/>
            <a:ext cx="77178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accent1"/>
              </a:buClr>
              <a:buSzPts val="3000"/>
              <a:buFont typeface="Sora"/>
              <a:buNone/>
              <a:defRPr b="1" sz="3000">
                <a:solidFill>
                  <a:schemeClr val="accent1"/>
                </a:solidFill>
                <a:latin typeface="Sora"/>
                <a:ea typeface="Sora"/>
                <a:cs typeface="Sora"/>
                <a:sym typeface="Sora"/>
              </a:defRPr>
            </a:lvl1pPr>
            <a:lvl2pPr lvl="1" rtl="0">
              <a:spcBef>
                <a:spcPts val="0"/>
              </a:spcBef>
              <a:spcAft>
                <a:spcPts val="0"/>
              </a:spcAft>
              <a:buClr>
                <a:schemeClr val="accent1"/>
              </a:buClr>
              <a:buSzPts val="3000"/>
              <a:buFont typeface="Sora"/>
              <a:buNone/>
              <a:defRPr b="1" sz="3000">
                <a:solidFill>
                  <a:schemeClr val="accent1"/>
                </a:solidFill>
                <a:latin typeface="Sora"/>
                <a:ea typeface="Sora"/>
                <a:cs typeface="Sora"/>
                <a:sym typeface="Sora"/>
              </a:defRPr>
            </a:lvl2pPr>
            <a:lvl3pPr lvl="2" rtl="0">
              <a:spcBef>
                <a:spcPts val="0"/>
              </a:spcBef>
              <a:spcAft>
                <a:spcPts val="0"/>
              </a:spcAft>
              <a:buClr>
                <a:schemeClr val="accent1"/>
              </a:buClr>
              <a:buSzPts val="3000"/>
              <a:buFont typeface="Sora"/>
              <a:buNone/>
              <a:defRPr b="1" sz="3000">
                <a:solidFill>
                  <a:schemeClr val="accent1"/>
                </a:solidFill>
                <a:latin typeface="Sora"/>
                <a:ea typeface="Sora"/>
                <a:cs typeface="Sora"/>
                <a:sym typeface="Sora"/>
              </a:defRPr>
            </a:lvl3pPr>
            <a:lvl4pPr lvl="3" rtl="0">
              <a:spcBef>
                <a:spcPts val="0"/>
              </a:spcBef>
              <a:spcAft>
                <a:spcPts val="0"/>
              </a:spcAft>
              <a:buClr>
                <a:schemeClr val="accent1"/>
              </a:buClr>
              <a:buSzPts val="3000"/>
              <a:buFont typeface="Sora"/>
              <a:buNone/>
              <a:defRPr b="1" sz="3000">
                <a:solidFill>
                  <a:schemeClr val="accent1"/>
                </a:solidFill>
                <a:latin typeface="Sora"/>
                <a:ea typeface="Sora"/>
                <a:cs typeface="Sora"/>
                <a:sym typeface="Sora"/>
              </a:defRPr>
            </a:lvl4pPr>
            <a:lvl5pPr lvl="4" rtl="0">
              <a:spcBef>
                <a:spcPts val="0"/>
              </a:spcBef>
              <a:spcAft>
                <a:spcPts val="0"/>
              </a:spcAft>
              <a:buClr>
                <a:schemeClr val="accent1"/>
              </a:buClr>
              <a:buSzPts val="3000"/>
              <a:buFont typeface="Sora"/>
              <a:buNone/>
              <a:defRPr b="1" sz="3000">
                <a:solidFill>
                  <a:schemeClr val="accent1"/>
                </a:solidFill>
                <a:latin typeface="Sora"/>
                <a:ea typeface="Sora"/>
                <a:cs typeface="Sora"/>
                <a:sym typeface="Sora"/>
              </a:defRPr>
            </a:lvl5pPr>
            <a:lvl6pPr lvl="5" rtl="0">
              <a:spcBef>
                <a:spcPts val="0"/>
              </a:spcBef>
              <a:spcAft>
                <a:spcPts val="0"/>
              </a:spcAft>
              <a:buClr>
                <a:schemeClr val="accent1"/>
              </a:buClr>
              <a:buSzPts val="3000"/>
              <a:buFont typeface="Sora"/>
              <a:buNone/>
              <a:defRPr b="1" sz="3000">
                <a:solidFill>
                  <a:schemeClr val="accent1"/>
                </a:solidFill>
                <a:latin typeface="Sora"/>
                <a:ea typeface="Sora"/>
                <a:cs typeface="Sora"/>
                <a:sym typeface="Sora"/>
              </a:defRPr>
            </a:lvl6pPr>
            <a:lvl7pPr lvl="6" rtl="0">
              <a:spcBef>
                <a:spcPts val="0"/>
              </a:spcBef>
              <a:spcAft>
                <a:spcPts val="0"/>
              </a:spcAft>
              <a:buClr>
                <a:schemeClr val="accent1"/>
              </a:buClr>
              <a:buSzPts val="3000"/>
              <a:buFont typeface="Sora"/>
              <a:buNone/>
              <a:defRPr b="1" sz="3000">
                <a:solidFill>
                  <a:schemeClr val="accent1"/>
                </a:solidFill>
                <a:latin typeface="Sora"/>
                <a:ea typeface="Sora"/>
                <a:cs typeface="Sora"/>
                <a:sym typeface="Sora"/>
              </a:defRPr>
            </a:lvl7pPr>
            <a:lvl8pPr lvl="7" rtl="0">
              <a:spcBef>
                <a:spcPts val="0"/>
              </a:spcBef>
              <a:spcAft>
                <a:spcPts val="0"/>
              </a:spcAft>
              <a:buClr>
                <a:schemeClr val="accent1"/>
              </a:buClr>
              <a:buSzPts val="3000"/>
              <a:buFont typeface="Sora"/>
              <a:buNone/>
              <a:defRPr b="1" sz="3000">
                <a:solidFill>
                  <a:schemeClr val="accent1"/>
                </a:solidFill>
                <a:latin typeface="Sora"/>
                <a:ea typeface="Sora"/>
                <a:cs typeface="Sora"/>
                <a:sym typeface="Sora"/>
              </a:defRPr>
            </a:lvl8pPr>
            <a:lvl9pPr lvl="8" rtl="0">
              <a:spcBef>
                <a:spcPts val="0"/>
              </a:spcBef>
              <a:spcAft>
                <a:spcPts val="0"/>
              </a:spcAft>
              <a:buClr>
                <a:schemeClr val="accent1"/>
              </a:buClr>
              <a:buSzPts val="3000"/>
              <a:buFont typeface="Sora"/>
              <a:buNone/>
              <a:defRPr b="1" sz="3000">
                <a:solidFill>
                  <a:schemeClr val="accent1"/>
                </a:solidFill>
                <a:latin typeface="Sora"/>
                <a:ea typeface="Sora"/>
                <a:cs typeface="Sora"/>
                <a:sym typeface="Sora"/>
              </a:defRPr>
            </a:lvl9pPr>
          </a:lstStyle>
          <a:p/>
        </p:txBody>
      </p:sp>
      <p:sp>
        <p:nvSpPr>
          <p:cNvPr id="7" name="Google Shape;7;p1"/>
          <p:cNvSpPr txBox="1"/>
          <p:nvPr>
            <p:ph idx="1" type="body"/>
          </p:nvPr>
        </p:nvSpPr>
        <p:spPr>
          <a:xfrm>
            <a:off x="713100" y="1152475"/>
            <a:ext cx="77178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1pPr>
            <a:lvl2pPr indent="-317500" lvl="1" marL="9144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a:lnSpc>
                <a:spcPct val="115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2.xml"/><Relationship Id="rId3"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9.xml"/><Relationship Id="rId3" Type="http://schemas.openxmlformats.org/officeDocument/2006/relationships/image" Target="../media/image5.png"/><Relationship Id="rId4" Type="http://schemas.openxmlformats.org/officeDocument/2006/relationships/image" Target="../media/image11.png"/><Relationship Id="rId5"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0.xml"/><Relationship Id="rId3" Type="http://schemas.openxmlformats.org/officeDocument/2006/relationships/image" Target="../media/image8.png"/><Relationship Id="rId4" Type="http://schemas.openxmlformats.org/officeDocument/2006/relationships/image" Target="../media/image10.png"/><Relationship Id="rId5"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1.xml"/><Relationship Id="rId3" Type="http://schemas.openxmlformats.org/officeDocument/2006/relationships/image" Target="../media/image16.pn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7.xml"/><Relationship Id="rId3" Type="http://schemas.openxmlformats.org/officeDocument/2006/relationships/image" Target="../media/image14.png"/><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8.xml"/><Relationship Id="rId3"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9.xml"/><Relationship Id="rId3" Type="http://schemas.openxmlformats.org/officeDocument/2006/relationships/image" Target="../media/image1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0.xml"/><Relationship Id="rId3" Type="http://schemas.openxmlformats.org/officeDocument/2006/relationships/image" Target="../media/image18.png"/><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1.xml"/><Relationship Id="rId3"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2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p31"/>
          <p:cNvPicPr preferRelativeResize="0"/>
          <p:nvPr/>
        </p:nvPicPr>
        <p:blipFill>
          <a:blip r:embed="rId3">
            <a:alphaModFix/>
          </a:blip>
          <a:stretch>
            <a:fillRect/>
          </a:stretch>
        </p:blipFill>
        <p:spPr>
          <a:xfrm>
            <a:off x="2950" y="0"/>
            <a:ext cx="9658875" cy="5143500"/>
          </a:xfrm>
          <a:prstGeom prst="rect">
            <a:avLst/>
          </a:prstGeom>
          <a:noFill/>
          <a:ln>
            <a:noFill/>
          </a:ln>
        </p:spPr>
      </p:pic>
      <p:sp>
        <p:nvSpPr>
          <p:cNvPr id="183" name="Google Shape;183;p31"/>
          <p:cNvSpPr/>
          <p:nvPr/>
        </p:nvSpPr>
        <p:spPr>
          <a:xfrm>
            <a:off x="330900" y="539400"/>
            <a:ext cx="4241100" cy="4604100"/>
          </a:xfrm>
          <a:prstGeom prst="rect">
            <a:avLst/>
          </a:prstGeom>
          <a:solidFill>
            <a:srgbClr val="001D75">
              <a:alpha val="804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31"/>
          <p:cNvSpPr/>
          <p:nvPr/>
        </p:nvSpPr>
        <p:spPr>
          <a:xfrm>
            <a:off x="713100" y="3895500"/>
            <a:ext cx="3213000" cy="708600"/>
          </a:xfrm>
          <a:prstGeom prst="round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5" name="Google Shape;185;p31"/>
          <p:cNvGrpSpPr/>
          <p:nvPr/>
        </p:nvGrpSpPr>
        <p:grpSpPr>
          <a:xfrm>
            <a:off x="3640779" y="4011904"/>
            <a:ext cx="475800" cy="475800"/>
            <a:chOff x="3640779" y="3898179"/>
            <a:chExt cx="475800" cy="475800"/>
          </a:xfrm>
        </p:grpSpPr>
        <p:sp>
          <p:nvSpPr>
            <p:cNvPr id="186" name="Google Shape;186;p31"/>
            <p:cNvSpPr/>
            <p:nvPr/>
          </p:nvSpPr>
          <p:spPr>
            <a:xfrm>
              <a:off x="3640779" y="3898179"/>
              <a:ext cx="475800" cy="475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7" name="Google Shape;187;p31"/>
            <p:cNvGrpSpPr/>
            <p:nvPr/>
          </p:nvGrpSpPr>
          <p:grpSpPr>
            <a:xfrm>
              <a:off x="3722131" y="3978958"/>
              <a:ext cx="312864" cy="314550"/>
              <a:chOff x="6069423" y="2891892"/>
              <a:chExt cx="362321" cy="364231"/>
            </a:xfrm>
          </p:grpSpPr>
          <p:sp>
            <p:nvSpPr>
              <p:cNvPr id="188" name="Google Shape;188;p31"/>
              <p:cNvSpPr/>
              <p:nvPr/>
            </p:nvSpPr>
            <p:spPr>
              <a:xfrm>
                <a:off x="6069423" y="2891892"/>
                <a:ext cx="278958" cy="278958"/>
              </a:xfrm>
              <a:custGeom>
                <a:rect b="b" l="l" r="r" t="t"/>
                <a:pathLst>
                  <a:path extrusionOk="0" h="8764" w="8764">
                    <a:moveTo>
                      <a:pt x="4120" y="1"/>
                    </a:moveTo>
                    <a:cubicBezTo>
                      <a:pt x="3858" y="1"/>
                      <a:pt x="3632" y="203"/>
                      <a:pt x="3572" y="453"/>
                    </a:cubicBezTo>
                    <a:lnTo>
                      <a:pt x="3406" y="1299"/>
                    </a:lnTo>
                    <a:cubicBezTo>
                      <a:pt x="3227" y="1358"/>
                      <a:pt x="3060" y="1418"/>
                      <a:pt x="2906" y="1513"/>
                    </a:cubicBezTo>
                    <a:lnTo>
                      <a:pt x="2191" y="1037"/>
                    </a:lnTo>
                    <a:cubicBezTo>
                      <a:pt x="2096" y="971"/>
                      <a:pt x="1987" y="940"/>
                      <a:pt x="1879" y="940"/>
                    </a:cubicBezTo>
                    <a:cubicBezTo>
                      <a:pt x="1732" y="940"/>
                      <a:pt x="1587" y="998"/>
                      <a:pt x="1477" y="1108"/>
                    </a:cubicBezTo>
                    <a:lnTo>
                      <a:pt x="1096" y="1477"/>
                    </a:lnTo>
                    <a:cubicBezTo>
                      <a:pt x="905" y="1668"/>
                      <a:pt x="882" y="1965"/>
                      <a:pt x="1024" y="2191"/>
                    </a:cubicBezTo>
                    <a:lnTo>
                      <a:pt x="1501" y="2906"/>
                    </a:lnTo>
                    <a:cubicBezTo>
                      <a:pt x="1417" y="3073"/>
                      <a:pt x="1358" y="3239"/>
                      <a:pt x="1298" y="3406"/>
                    </a:cubicBezTo>
                    <a:lnTo>
                      <a:pt x="441" y="3573"/>
                    </a:lnTo>
                    <a:cubicBezTo>
                      <a:pt x="179" y="3632"/>
                      <a:pt x="0" y="3858"/>
                      <a:pt x="0" y="4132"/>
                    </a:cubicBezTo>
                    <a:lnTo>
                      <a:pt x="0" y="4644"/>
                    </a:lnTo>
                    <a:cubicBezTo>
                      <a:pt x="0" y="4918"/>
                      <a:pt x="191" y="5132"/>
                      <a:pt x="441" y="5204"/>
                    </a:cubicBezTo>
                    <a:lnTo>
                      <a:pt x="1298" y="5359"/>
                    </a:lnTo>
                    <a:cubicBezTo>
                      <a:pt x="1358" y="5537"/>
                      <a:pt x="1417" y="5704"/>
                      <a:pt x="1501" y="5871"/>
                    </a:cubicBezTo>
                    <a:lnTo>
                      <a:pt x="1024" y="6585"/>
                    </a:lnTo>
                    <a:cubicBezTo>
                      <a:pt x="882" y="6811"/>
                      <a:pt x="905" y="7109"/>
                      <a:pt x="1096" y="7299"/>
                    </a:cubicBezTo>
                    <a:lnTo>
                      <a:pt x="1477" y="7668"/>
                    </a:lnTo>
                    <a:cubicBezTo>
                      <a:pt x="1587" y="7778"/>
                      <a:pt x="1732" y="7837"/>
                      <a:pt x="1879" y="7837"/>
                    </a:cubicBezTo>
                    <a:cubicBezTo>
                      <a:pt x="1987" y="7837"/>
                      <a:pt x="2096" y="7805"/>
                      <a:pt x="2191" y="7740"/>
                    </a:cubicBezTo>
                    <a:lnTo>
                      <a:pt x="2906" y="7264"/>
                    </a:lnTo>
                    <a:cubicBezTo>
                      <a:pt x="3060" y="7359"/>
                      <a:pt x="3227" y="7418"/>
                      <a:pt x="3406" y="7478"/>
                    </a:cubicBezTo>
                    <a:lnTo>
                      <a:pt x="3572" y="8323"/>
                    </a:lnTo>
                    <a:cubicBezTo>
                      <a:pt x="3632" y="8585"/>
                      <a:pt x="3858" y="8764"/>
                      <a:pt x="4120" y="8764"/>
                    </a:cubicBezTo>
                    <a:lnTo>
                      <a:pt x="4644" y="8764"/>
                    </a:lnTo>
                    <a:cubicBezTo>
                      <a:pt x="4906" y="8764"/>
                      <a:pt x="5132" y="8573"/>
                      <a:pt x="5192" y="8323"/>
                    </a:cubicBezTo>
                    <a:lnTo>
                      <a:pt x="5358" y="7478"/>
                    </a:lnTo>
                    <a:cubicBezTo>
                      <a:pt x="5489" y="7430"/>
                      <a:pt x="5620" y="7371"/>
                      <a:pt x="5763" y="7311"/>
                    </a:cubicBezTo>
                    <a:cubicBezTo>
                      <a:pt x="5846" y="7299"/>
                      <a:pt x="5894" y="7192"/>
                      <a:pt x="5846" y="7109"/>
                    </a:cubicBezTo>
                    <a:cubicBezTo>
                      <a:pt x="5812" y="7039"/>
                      <a:pt x="5751" y="6995"/>
                      <a:pt x="5684" y="6995"/>
                    </a:cubicBezTo>
                    <a:cubicBezTo>
                      <a:pt x="5659" y="6995"/>
                      <a:pt x="5634" y="7001"/>
                      <a:pt x="5608" y="7014"/>
                    </a:cubicBezTo>
                    <a:cubicBezTo>
                      <a:pt x="5465" y="7085"/>
                      <a:pt x="5311" y="7144"/>
                      <a:pt x="5144" y="7180"/>
                    </a:cubicBezTo>
                    <a:cubicBezTo>
                      <a:pt x="5084" y="7192"/>
                      <a:pt x="5025" y="7252"/>
                      <a:pt x="5013" y="7311"/>
                    </a:cubicBezTo>
                    <a:lnTo>
                      <a:pt x="4823" y="8264"/>
                    </a:lnTo>
                    <a:cubicBezTo>
                      <a:pt x="4811" y="8347"/>
                      <a:pt x="4715" y="8430"/>
                      <a:pt x="4632" y="8430"/>
                    </a:cubicBezTo>
                    <a:lnTo>
                      <a:pt x="4108" y="8430"/>
                    </a:lnTo>
                    <a:cubicBezTo>
                      <a:pt x="4013" y="8430"/>
                      <a:pt x="3930" y="8347"/>
                      <a:pt x="3918" y="8264"/>
                    </a:cubicBezTo>
                    <a:lnTo>
                      <a:pt x="3715" y="7311"/>
                    </a:lnTo>
                    <a:cubicBezTo>
                      <a:pt x="3703" y="7252"/>
                      <a:pt x="3656" y="7192"/>
                      <a:pt x="3584" y="7180"/>
                    </a:cubicBezTo>
                    <a:cubicBezTo>
                      <a:pt x="3358" y="7121"/>
                      <a:pt x="3156" y="7025"/>
                      <a:pt x="2965" y="6906"/>
                    </a:cubicBezTo>
                    <a:cubicBezTo>
                      <a:pt x="2935" y="6894"/>
                      <a:pt x="2900" y="6888"/>
                      <a:pt x="2864" y="6888"/>
                    </a:cubicBezTo>
                    <a:cubicBezTo>
                      <a:pt x="2828" y="6888"/>
                      <a:pt x="2792" y="6894"/>
                      <a:pt x="2763" y="6906"/>
                    </a:cubicBezTo>
                    <a:lnTo>
                      <a:pt x="1965" y="7442"/>
                    </a:lnTo>
                    <a:cubicBezTo>
                      <a:pt x="1934" y="7468"/>
                      <a:pt x="1894" y="7480"/>
                      <a:pt x="1854" y="7480"/>
                    </a:cubicBezTo>
                    <a:cubicBezTo>
                      <a:pt x="1802" y="7480"/>
                      <a:pt x="1749" y="7459"/>
                      <a:pt x="1715" y="7418"/>
                    </a:cubicBezTo>
                    <a:lnTo>
                      <a:pt x="1334" y="7049"/>
                    </a:lnTo>
                    <a:cubicBezTo>
                      <a:pt x="1263" y="6966"/>
                      <a:pt x="1263" y="6859"/>
                      <a:pt x="1310" y="6787"/>
                    </a:cubicBezTo>
                    <a:lnTo>
                      <a:pt x="1846" y="5990"/>
                    </a:lnTo>
                    <a:cubicBezTo>
                      <a:pt x="1882" y="5930"/>
                      <a:pt x="1882" y="5859"/>
                      <a:pt x="1846" y="5799"/>
                    </a:cubicBezTo>
                    <a:cubicBezTo>
                      <a:pt x="1727" y="5597"/>
                      <a:pt x="1655" y="5382"/>
                      <a:pt x="1572" y="5168"/>
                    </a:cubicBezTo>
                    <a:cubicBezTo>
                      <a:pt x="1560" y="5109"/>
                      <a:pt x="1501" y="5049"/>
                      <a:pt x="1441" y="5037"/>
                    </a:cubicBezTo>
                    <a:lnTo>
                      <a:pt x="489" y="4847"/>
                    </a:lnTo>
                    <a:cubicBezTo>
                      <a:pt x="393" y="4823"/>
                      <a:pt x="322" y="4739"/>
                      <a:pt x="322" y="4644"/>
                    </a:cubicBezTo>
                    <a:lnTo>
                      <a:pt x="322" y="4132"/>
                    </a:lnTo>
                    <a:cubicBezTo>
                      <a:pt x="322" y="4037"/>
                      <a:pt x="393" y="3954"/>
                      <a:pt x="489" y="3930"/>
                    </a:cubicBezTo>
                    <a:lnTo>
                      <a:pt x="1441" y="3739"/>
                    </a:lnTo>
                    <a:cubicBezTo>
                      <a:pt x="1501" y="3727"/>
                      <a:pt x="1560" y="3680"/>
                      <a:pt x="1572" y="3608"/>
                    </a:cubicBezTo>
                    <a:cubicBezTo>
                      <a:pt x="1632" y="3382"/>
                      <a:pt x="1727" y="3180"/>
                      <a:pt x="1846" y="2977"/>
                    </a:cubicBezTo>
                    <a:cubicBezTo>
                      <a:pt x="1870" y="2918"/>
                      <a:pt x="1870" y="2846"/>
                      <a:pt x="1846" y="2787"/>
                    </a:cubicBezTo>
                    <a:lnTo>
                      <a:pt x="1310" y="1989"/>
                    </a:lnTo>
                    <a:cubicBezTo>
                      <a:pt x="1251" y="1906"/>
                      <a:pt x="1263" y="1787"/>
                      <a:pt x="1334" y="1727"/>
                    </a:cubicBezTo>
                    <a:lnTo>
                      <a:pt x="1715" y="1358"/>
                    </a:lnTo>
                    <a:cubicBezTo>
                      <a:pt x="1754" y="1319"/>
                      <a:pt x="1804" y="1301"/>
                      <a:pt x="1854" y="1301"/>
                    </a:cubicBezTo>
                    <a:cubicBezTo>
                      <a:pt x="1894" y="1301"/>
                      <a:pt x="1933" y="1313"/>
                      <a:pt x="1965" y="1334"/>
                    </a:cubicBezTo>
                    <a:lnTo>
                      <a:pt x="2763" y="1870"/>
                    </a:lnTo>
                    <a:cubicBezTo>
                      <a:pt x="2792" y="1888"/>
                      <a:pt x="2828" y="1897"/>
                      <a:pt x="2864" y="1897"/>
                    </a:cubicBezTo>
                    <a:cubicBezTo>
                      <a:pt x="2900" y="1897"/>
                      <a:pt x="2935" y="1888"/>
                      <a:pt x="2965" y="1870"/>
                    </a:cubicBezTo>
                    <a:cubicBezTo>
                      <a:pt x="3156" y="1751"/>
                      <a:pt x="3382" y="1668"/>
                      <a:pt x="3584" y="1596"/>
                    </a:cubicBezTo>
                    <a:cubicBezTo>
                      <a:pt x="3644" y="1584"/>
                      <a:pt x="3703" y="1525"/>
                      <a:pt x="3715" y="1465"/>
                    </a:cubicBezTo>
                    <a:lnTo>
                      <a:pt x="3918" y="513"/>
                    </a:lnTo>
                    <a:cubicBezTo>
                      <a:pt x="3930" y="417"/>
                      <a:pt x="4013" y="346"/>
                      <a:pt x="4108" y="346"/>
                    </a:cubicBezTo>
                    <a:lnTo>
                      <a:pt x="4632" y="346"/>
                    </a:lnTo>
                    <a:cubicBezTo>
                      <a:pt x="4715" y="346"/>
                      <a:pt x="4811" y="417"/>
                      <a:pt x="4823" y="513"/>
                    </a:cubicBezTo>
                    <a:lnTo>
                      <a:pt x="5013" y="1465"/>
                    </a:lnTo>
                    <a:cubicBezTo>
                      <a:pt x="5025" y="1525"/>
                      <a:pt x="5073" y="1584"/>
                      <a:pt x="5144" y="1596"/>
                    </a:cubicBezTo>
                    <a:cubicBezTo>
                      <a:pt x="5370" y="1656"/>
                      <a:pt x="5585" y="1751"/>
                      <a:pt x="5775" y="1870"/>
                    </a:cubicBezTo>
                    <a:cubicBezTo>
                      <a:pt x="5805" y="1882"/>
                      <a:pt x="5838" y="1888"/>
                      <a:pt x="5870" y="1888"/>
                    </a:cubicBezTo>
                    <a:cubicBezTo>
                      <a:pt x="5903" y="1888"/>
                      <a:pt x="5936" y="1882"/>
                      <a:pt x="5966" y="1870"/>
                    </a:cubicBezTo>
                    <a:lnTo>
                      <a:pt x="6775" y="1334"/>
                    </a:lnTo>
                    <a:cubicBezTo>
                      <a:pt x="6806" y="1309"/>
                      <a:pt x="6846" y="1296"/>
                      <a:pt x="6886" y="1296"/>
                    </a:cubicBezTo>
                    <a:cubicBezTo>
                      <a:pt x="6938" y="1296"/>
                      <a:pt x="6991" y="1317"/>
                      <a:pt x="7025" y="1358"/>
                    </a:cubicBezTo>
                    <a:lnTo>
                      <a:pt x="7394" y="1727"/>
                    </a:lnTo>
                    <a:cubicBezTo>
                      <a:pt x="7466" y="1810"/>
                      <a:pt x="7466" y="1906"/>
                      <a:pt x="7430" y="1989"/>
                    </a:cubicBezTo>
                    <a:lnTo>
                      <a:pt x="6894" y="2787"/>
                    </a:lnTo>
                    <a:cubicBezTo>
                      <a:pt x="6847" y="2846"/>
                      <a:pt x="6847" y="2918"/>
                      <a:pt x="6894" y="2977"/>
                    </a:cubicBezTo>
                    <a:cubicBezTo>
                      <a:pt x="7013" y="3180"/>
                      <a:pt x="7085" y="3394"/>
                      <a:pt x="7156" y="3608"/>
                    </a:cubicBezTo>
                    <a:cubicBezTo>
                      <a:pt x="7168" y="3668"/>
                      <a:pt x="7228" y="3727"/>
                      <a:pt x="7287" y="3739"/>
                    </a:cubicBezTo>
                    <a:lnTo>
                      <a:pt x="8240" y="3930"/>
                    </a:lnTo>
                    <a:cubicBezTo>
                      <a:pt x="8335" y="3954"/>
                      <a:pt x="8406" y="4037"/>
                      <a:pt x="8406" y="4132"/>
                    </a:cubicBezTo>
                    <a:lnTo>
                      <a:pt x="8406" y="4644"/>
                    </a:lnTo>
                    <a:cubicBezTo>
                      <a:pt x="8406" y="4739"/>
                      <a:pt x="8335" y="4823"/>
                      <a:pt x="8240" y="4847"/>
                    </a:cubicBezTo>
                    <a:lnTo>
                      <a:pt x="7287" y="5037"/>
                    </a:lnTo>
                    <a:cubicBezTo>
                      <a:pt x="7228" y="5049"/>
                      <a:pt x="7168" y="5097"/>
                      <a:pt x="7156" y="5168"/>
                    </a:cubicBezTo>
                    <a:cubicBezTo>
                      <a:pt x="7109" y="5335"/>
                      <a:pt x="7049" y="5478"/>
                      <a:pt x="6978" y="5632"/>
                    </a:cubicBezTo>
                    <a:cubicBezTo>
                      <a:pt x="6930" y="5716"/>
                      <a:pt x="6978" y="5823"/>
                      <a:pt x="7073" y="5871"/>
                    </a:cubicBezTo>
                    <a:cubicBezTo>
                      <a:pt x="7095" y="5883"/>
                      <a:pt x="7119" y="5889"/>
                      <a:pt x="7143" y="5889"/>
                    </a:cubicBezTo>
                    <a:cubicBezTo>
                      <a:pt x="7209" y="5889"/>
                      <a:pt x="7276" y="5845"/>
                      <a:pt x="7311" y="5775"/>
                    </a:cubicBezTo>
                    <a:cubicBezTo>
                      <a:pt x="7370" y="5644"/>
                      <a:pt x="7430" y="5513"/>
                      <a:pt x="7466" y="5359"/>
                    </a:cubicBezTo>
                    <a:lnTo>
                      <a:pt x="8323" y="5204"/>
                    </a:lnTo>
                    <a:cubicBezTo>
                      <a:pt x="8585" y="5144"/>
                      <a:pt x="8763" y="4918"/>
                      <a:pt x="8763" y="4644"/>
                    </a:cubicBezTo>
                    <a:lnTo>
                      <a:pt x="8763" y="4132"/>
                    </a:lnTo>
                    <a:cubicBezTo>
                      <a:pt x="8763" y="3858"/>
                      <a:pt x="8573" y="3632"/>
                      <a:pt x="8323" y="3573"/>
                    </a:cubicBezTo>
                    <a:lnTo>
                      <a:pt x="7466" y="3406"/>
                    </a:lnTo>
                    <a:cubicBezTo>
                      <a:pt x="7406" y="3227"/>
                      <a:pt x="7347" y="3073"/>
                      <a:pt x="7263" y="2906"/>
                    </a:cubicBezTo>
                    <a:lnTo>
                      <a:pt x="7740" y="2191"/>
                    </a:lnTo>
                    <a:cubicBezTo>
                      <a:pt x="7882" y="1965"/>
                      <a:pt x="7859" y="1668"/>
                      <a:pt x="7668" y="1477"/>
                    </a:cubicBezTo>
                    <a:lnTo>
                      <a:pt x="7287" y="1108"/>
                    </a:lnTo>
                    <a:cubicBezTo>
                      <a:pt x="7177" y="998"/>
                      <a:pt x="7032" y="940"/>
                      <a:pt x="6885" y="940"/>
                    </a:cubicBezTo>
                    <a:cubicBezTo>
                      <a:pt x="6777" y="940"/>
                      <a:pt x="6668" y="971"/>
                      <a:pt x="6573" y="1037"/>
                    </a:cubicBezTo>
                    <a:lnTo>
                      <a:pt x="5858" y="1513"/>
                    </a:lnTo>
                    <a:cubicBezTo>
                      <a:pt x="5704" y="1418"/>
                      <a:pt x="5537" y="1358"/>
                      <a:pt x="5358" y="1299"/>
                    </a:cubicBezTo>
                    <a:lnTo>
                      <a:pt x="5192" y="453"/>
                    </a:lnTo>
                    <a:cubicBezTo>
                      <a:pt x="5132" y="179"/>
                      <a:pt x="4906" y="1"/>
                      <a:pt x="464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31"/>
              <p:cNvSpPr/>
              <p:nvPr/>
            </p:nvSpPr>
            <p:spPr>
              <a:xfrm>
                <a:off x="6161507" y="2967679"/>
                <a:ext cx="111851" cy="97432"/>
              </a:xfrm>
              <a:custGeom>
                <a:rect b="b" l="l" r="r" t="t"/>
                <a:pathLst>
                  <a:path extrusionOk="0" h="3061" w="3514">
                    <a:moveTo>
                      <a:pt x="1489" y="1"/>
                    </a:moveTo>
                    <a:cubicBezTo>
                      <a:pt x="965" y="1"/>
                      <a:pt x="465" y="215"/>
                      <a:pt x="84" y="584"/>
                    </a:cubicBezTo>
                    <a:cubicBezTo>
                      <a:pt x="1" y="656"/>
                      <a:pt x="1" y="763"/>
                      <a:pt x="84" y="834"/>
                    </a:cubicBezTo>
                    <a:cubicBezTo>
                      <a:pt x="120" y="870"/>
                      <a:pt x="164" y="888"/>
                      <a:pt x="209" y="888"/>
                    </a:cubicBezTo>
                    <a:cubicBezTo>
                      <a:pt x="254" y="888"/>
                      <a:pt x="298" y="870"/>
                      <a:pt x="334" y="834"/>
                    </a:cubicBezTo>
                    <a:cubicBezTo>
                      <a:pt x="644" y="537"/>
                      <a:pt x="1060" y="358"/>
                      <a:pt x="1489" y="358"/>
                    </a:cubicBezTo>
                    <a:cubicBezTo>
                      <a:pt x="2418" y="358"/>
                      <a:pt x="3168" y="1108"/>
                      <a:pt x="3168" y="2025"/>
                    </a:cubicBezTo>
                    <a:cubicBezTo>
                      <a:pt x="3168" y="2299"/>
                      <a:pt x="3096" y="2549"/>
                      <a:pt x="2989" y="2787"/>
                    </a:cubicBezTo>
                    <a:cubicBezTo>
                      <a:pt x="2930" y="2894"/>
                      <a:pt x="2953" y="2989"/>
                      <a:pt x="3049" y="3037"/>
                    </a:cubicBezTo>
                    <a:cubicBezTo>
                      <a:pt x="3073" y="3061"/>
                      <a:pt x="3108" y="3061"/>
                      <a:pt x="3132" y="3061"/>
                    </a:cubicBezTo>
                    <a:cubicBezTo>
                      <a:pt x="3192" y="3061"/>
                      <a:pt x="3263" y="3025"/>
                      <a:pt x="3299" y="2954"/>
                    </a:cubicBezTo>
                    <a:cubicBezTo>
                      <a:pt x="3442" y="2668"/>
                      <a:pt x="3513" y="2358"/>
                      <a:pt x="3513" y="2025"/>
                    </a:cubicBezTo>
                    <a:cubicBezTo>
                      <a:pt x="3513" y="906"/>
                      <a:pt x="2608" y="1"/>
                      <a:pt x="148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31"/>
              <p:cNvSpPr/>
              <p:nvPr/>
            </p:nvSpPr>
            <p:spPr>
              <a:xfrm>
                <a:off x="6144828" y="3007848"/>
                <a:ext cx="105389" cy="88742"/>
              </a:xfrm>
              <a:custGeom>
                <a:rect b="b" l="l" r="r" t="t"/>
                <a:pathLst>
                  <a:path extrusionOk="0" h="2788" w="3311">
                    <a:moveTo>
                      <a:pt x="262" y="1"/>
                    </a:moveTo>
                    <a:cubicBezTo>
                      <a:pt x="194" y="1"/>
                      <a:pt x="124" y="44"/>
                      <a:pt x="96" y="108"/>
                    </a:cubicBezTo>
                    <a:cubicBezTo>
                      <a:pt x="25" y="323"/>
                      <a:pt x="1" y="549"/>
                      <a:pt x="1" y="763"/>
                    </a:cubicBezTo>
                    <a:cubicBezTo>
                      <a:pt x="1" y="1882"/>
                      <a:pt x="906" y="2787"/>
                      <a:pt x="2013" y="2787"/>
                    </a:cubicBezTo>
                    <a:cubicBezTo>
                      <a:pt x="2454" y="2787"/>
                      <a:pt x="2846" y="2656"/>
                      <a:pt x="3204" y="2406"/>
                    </a:cubicBezTo>
                    <a:cubicBezTo>
                      <a:pt x="3287" y="2347"/>
                      <a:pt x="3311" y="2239"/>
                      <a:pt x="3251" y="2156"/>
                    </a:cubicBezTo>
                    <a:cubicBezTo>
                      <a:pt x="3214" y="2104"/>
                      <a:pt x="3159" y="2075"/>
                      <a:pt x="3102" y="2075"/>
                    </a:cubicBezTo>
                    <a:cubicBezTo>
                      <a:pt x="3068" y="2075"/>
                      <a:pt x="3033" y="2086"/>
                      <a:pt x="3001" y="2108"/>
                    </a:cubicBezTo>
                    <a:cubicBezTo>
                      <a:pt x="2715" y="2311"/>
                      <a:pt x="2370" y="2418"/>
                      <a:pt x="2037" y="2418"/>
                    </a:cubicBezTo>
                    <a:cubicBezTo>
                      <a:pt x="1108" y="2418"/>
                      <a:pt x="370" y="1680"/>
                      <a:pt x="370" y="751"/>
                    </a:cubicBezTo>
                    <a:cubicBezTo>
                      <a:pt x="370" y="573"/>
                      <a:pt x="394" y="382"/>
                      <a:pt x="453" y="215"/>
                    </a:cubicBezTo>
                    <a:cubicBezTo>
                      <a:pt x="477" y="144"/>
                      <a:pt x="406" y="37"/>
                      <a:pt x="322" y="13"/>
                    </a:cubicBezTo>
                    <a:cubicBezTo>
                      <a:pt x="303" y="5"/>
                      <a:pt x="283" y="1"/>
                      <a:pt x="26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31"/>
              <p:cNvSpPr/>
              <p:nvPr/>
            </p:nvSpPr>
            <p:spPr>
              <a:xfrm>
                <a:off x="6245633" y="3069248"/>
                <a:ext cx="186110" cy="186874"/>
              </a:xfrm>
              <a:custGeom>
                <a:rect b="b" l="l" r="r" t="t"/>
                <a:pathLst>
                  <a:path extrusionOk="0" h="5871" w="5847">
                    <a:moveTo>
                      <a:pt x="2751" y="1"/>
                    </a:moveTo>
                    <a:cubicBezTo>
                      <a:pt x="2549" y="1"/>
                      <a:pt x="2370" y="144"/>
                      <a:pt x="2335" y="346"/>
                    </a:cubicBezTo>
                    <a:lnTo>
                      <a:pt x="2227" y="858"/>
                    </a:lnTo>
                    <a:cubicBezTo>
                      <a:pt x="2144" y="894"/>
                      <a:pt x="2037" y="941"/>
                      <a:pt x="1965" y="977"/>
                    </a:cubicBezTo>
                    <a:lnTo>
                      <a:pt x="1513" y="680"/>
                    </a:lnTo>
                    <a:cubicBezTo>
                      <a:pt x="1449" y="631"/>
                      <a:pt x="1372" y="608"/>
                      <a:pt x="1293" y="608"/>
                    </a:cubicBezTo>
                    <a:cubicBezTo>
                      <a:pt x="1179" y="608"/>
                      <a:pt x="1061" y="655"/>
                      <a:pt x="977" y="739"/>
                    </a:cubicBezTo>
                    <a:lnTo>
                      <a:pt x="739" y="977"/>
                    </a:lnTo>
                    <a:cubicBezTo>
                      <a:pt x="596" y="1132"/>
                      <a:pt x="584" y="1346"/>
                      <a:pt x="680" y="1513"/>
                    </a:cubicBezTo>
                    <a:lnTo>
                      <a:pt x="977" y="1965"/>
                    </a:lnTo>
                    <a:cubicBezTo>
                      <a:pt x="918" y="2084"/>
                      <a:pt x="882" y="2215"/>
                      <a:pt x="834" y="2346"/>
                    </a:cubicBezTo>
                    <a:cubicBezTo>
                      <a:pt x="799" y="2442"/>
                      <a:pt x="858" y="2537"/>
                      <a:pt x="953" y="2573"/>
                    </a:cubicBezTo>
                    <a:cubicBezTo>
                      <a:pt x="968" y="2579"/>
                      <a:pt x="984" y="2582"/>
                      <a:pt x="1000" y="2582"/>
                    </a:cubicBezTo>
                    <a:cubicBezTo>
                      <a:pt x="1073" y="2582"/>
                      <a:pt x="1150" y="2522"/>
                      <a:pt x="1180" y="2454"/>
                    </a:cubicBezTo>
                    <a:cubicBezTo>
                      <a:pt x="1215" y="2323"/>
                      <a:pt x="1263" y="2192"/>
                      <a:pt x="1334" y="2049"/>
                    </a:cubicBezTo>
                    <a:cubicBezTo>
                      <a:pt x="1370" y="1989"/>
                      <a:pt x="1370" y="1918"/>
                      <a:pt x="1334" y="1858"/>
                    </a:cubicBezTo>
                    <a:lnTo>
                      <a:pt x="977" y="1322"/>
                    </a:lnTo>
                    <a:cubicBezTo>
                      <a:pt x="965" y="1287"/>
                      <a:pt x="965" y="1263"/>
                      <a:pt x="1001" y="1239"/>
                    </a:cubicBezTo>
                    <a:lnTo>
                      <a:pt x="1239" y="989"/>
                    </a:lnTo>
                    <a:cubicBezTo>
                      <a:pt x="1253" y="975"/>
                      <a:pt x="1271" y="969"/>
                      <a:pt x="1288" y="969"/>
                    </a:cubicBezTo>
                    <a:cubicBezTo>
                      <a:pt x="1301" y="969"/>
                      <a:pt x="1313" y="972"/>
                      <a:pt x="1322" y="977"/>
                    </a:cubicBezTo>
                    <a:lnTo>
                      <a:pt x="1858" y="1334"/>
                    </a:lnTo>
                    <a:cubicBezTo>
                      <a:pt x="1888" y="1358"/>
                      <a:pt x="1921" y="1370"/>
                      <a:pt x="1954" y="1370"/>
                    </a:cubicBezTo>
                    <a:cubicBezTo>
                      <a:pt x="1986" y="1370"/>
                      <a:pt x="2019" y="1358"/>
                      <a:pt x="2049" y="1334"/>
                    </a:cubicBezTo>
                    <a:cubicBezTo>
                      <a:pt x="2168" y="1263"/>
                      <a:pt x="2323" y="1203"/>
                      <a:pt x="2454" y="1168"/>
                    </a:cubicBezTo>
                    <a:cubicBezTo>
                      <a:pt x="2513" y="1156"/>
                      <a:pt x="2573" y="1096"/>
                      <a:pt x="2585" y="1037"/>
                    </a:cubicBezTo>
                    <a:lnTo>
                      <a:pt x="2704" y="418"/>
                    </a:lnTo>
                    <a:cubicBezTo>
                      <a:pt x="2704" y="382"/>
                      <a:pt x="2739" y="358"/>
                      <a:pt x="2775" y="358"/>
                    </a:cubicBezTo>
                    <a:lnTo>
                      <a:pt x="3120" y="358"/>
                    </a:lnTo>
                    <a:cubicBezTo>
                      <a:pt x="3156" y="358"/>
                      <a:pt x="3180" y="382"/>
                      <a:pt x="3192" y="418"/>
                    </a:cubicBezTo>
                    <a:lnTo>
                      <a:pt x="3311" y="1037"/>
                    </a:lnTo>
                    <a:cubicBezTo>
                      <a:pt x="3335" y="1096"/>
                      <a:pt x="3370" y="1156"/>
                      <a:pt x="3454" y="1168"/>
                    </a:cubicBezTo>
                    <a:cubicBezTo>
                      <a:pt x="3585" y="1215"/>
                      <a:pt x="3716" y="1263"/>
                      <a:pt x="3847" y="1334"/>
                    </a:cubicBezTo>
                    <a:cubicBezTo>
                      <a:pt x="3882" y="1352"/>
                      <a:pt x="3918" y="1361"/>
                      <a:pt x="3952" y="1361"/>
                    </a:cubicBezTo>
                    <a:cubicBezTo>
                      <a:pt x="3987" y="1361"/>
                      <a:pt x="4019" y="1352"/>
                      <a:pt x="4049" y="1334"/>
                    </a:cubicBezTo>
                    <a:lnTo>
                      <a:pt x="4585" y="977"/>
                    </a:lnTo>
                    <a:cubicBezTo>
                      <a:pt x="4595" y="972"/>
                      <a:pt x="4607" y="969"/>
                      <a:pt x="4619" y="969"/>
                    </a:cubicBezTo>
                    <a:cubicBezTo>
                      <a:pt x="4636" y="969"/>
                      <a:pt x="4654" y="975"/>
                      <a:pt x="4668" y="989"/>
                    </a:cubicBezTo>
                    <a:lnTo>
                      <a:pt x="4906" y="1239"/>
                    </a:lnTo>
                    <a:cubicBezTo>
                      <a:pt x="4942" y="1263"/>
                      <a:pt x="4942" y="1287"/>
                      <a:pt x="4918" y="1322"/>
                    </a:cubicBezTo>
                    <a:lnTo>
                      <a:pt x="4561" y="1858"/>
                    </a:lnTo>
                    <a:cubicBezTo>
                      <a:pt x="4525" y="1918"/>
                      <a:pt x="4525" y="1989"/>
                      <a:pt x="4561" y="2049"/>
                    </a:cubicBezTo>
                    <a:cubicBezTo>
                      <a:pt x="4644" y="2168"/>
                      <a:pt x="4704" y="2323"/>
                      <a:pt x="4728" y="2454"/>
                    </a:cubicBezTo>
                    <a:cubicBezTo>
                      <a:pt x="4740" y="2513"/>
                      <a:pt x="4799" y="2573"/>
                      <a:pt x="4859" y="2585"/>
                    </a:cubicBezTo>
                    <a:lnTo>
                      <a:pt x="5490" y="2704"/>
                    </a:lnTo>
                    <a:cubicBezTo>
                      <a:pt x="5513" y="2704"/>
                      <a:pt x="5549" y="2739"/>
                      <a:pt x="5549" y="2775"/>
                    </a:cubicBezTo>
                    <a:lnTo>
                      <a:pt x="5549" y="3120"/>
                    </a:lnTo>
                    <a:cubicBezTo>
                      <a:pt x="5549" y="3156"/>
                      <a:pt x="5513" y="3180"/>
                      <a:pt x="5490" y="3192"/>
                    </a:cubicBezTo>
                    <a:lnTo>
                      <a:pt x="4859" y="3311"/>
                    </a:lnTo>
                    <a:cubicBezTo>
                      <a:pt x="4799" y="3335"/>
                      <a:pt x="4740" y="3370"/>
                      <a:pt x="4728" y="3454"/>
                    </a:cubicBezTo>
                    <a:cubicBezTo>
                      <a:pt x="4680" y="3585"/>
                      <a:pt x="4644" y="3716"/>
                      <a:pt x="4561" y="3847"/>
                    </a:cubicBezTo>
                    <a:cubicBezTo>
                      <a:pt x="4537" y="3906"/>
                      <a:pt x="4537" y="3989"/>
                      <a:pt x="4561" y="4049"/>
                    </a:cubicBezTo>
                    <a:lnTo>
                      <a:pt x="4918" y="4585"/>
                    </a:lnTo>
                    <a:cubicBezTo>
                      <a:pt x="4942" y="4609"/>
                      <a:pt x="4942" y="4644"/>
                      <a:pt x="4906" y="4668"/>
                    </a:cubicBezTo>
                    <a:lnTo>
                      <a:pt x="4668" y="4906"/>
                    </a:lnTo>
                    <a:cubicBezTo>
                      <a:pt x="4655" y="4926"/>
                      <a:pt x="4638" y="4935"/>
                      <a:pt x="4622" y="4935"/>
                    </a:cubicBezTo>
                    <a:cubicBezTo>
                      <a:pt x="4609" y="4935"/>
                      <a:pt x="4595" y="4929"/>
                      <a:pt x="4585" y="4918"/>
                    </a:cubicBezTo>
                    <a:lnTo>
                      <a:pt x="4049" y="4561"/>
                    </a:lnTo>
                    <a:cubicBezTo>
                      <a:pt x="4019" y="4543"/>
                      <a:pt x="3984" y="4534"/>
                      <a:pt x="3948" y="4534"/>
                    </a:cubicBezTo>
                    <a:cubicBezTo>
                      <a:pt x="3912" y="4534"/>
                      <a:pt x="3876" y="4543"/>
                      <a:pt x="3847" y="4561"/>
                    </a:cubicBezTo>
                    <a:cubicBezTo>
                      <a:pt x="3728" y="4644"/>
                      <a:pt x="3585" y="4704"/>
                      <a:pt x="3454" y="4728"/>
                    </a:cubicBezTo>
                    <a:cubicBezTo>
                      <a:pt x="3394" y="4751"/>
                      <a:pt x="3335" y="4811"/>
                      <a:pt x="3311" y="4859"/>
                    </a:cubicBezTo>
                    <a:lnTo>
                      <a:pt x="3192" y="5490"/>
                    </a:lnTo>
                    <a:cubicBezTo>
                      <a:pt x="3192" y="5525"/>
                      <a:pt x="3168" y="5549"/>
                      <a:pt x="3120" y="5549"/>
                    </a:cubicBezTo>
                    <a:lnTo>
                      <a:pt x="2775" y="5549"/>
                    </a:lnTo>
                    <a:cubicBezTo>
                      <a:pt x="2751" y="5549"/>
                      <a:pt x="2716" y="5513"/>
                      <a:pt x="2704" y="5490"/>
                    </a:cubicBezTo>
                    <a:lnTo>
                      <a:pt x="2585" y="4859"/>
                    </a:lnTo>
                    <a:cubicBezTo>
                      <a:pt x="2573" y="4811"/>
                      <a:pt x="2525" y="4751"/>
                      <a:pt x="2454" y="4728"/>
                    </a:cubicBezTo>
                    <a:cubicBezTo>
                      <a:pt x="2323" y="4692"/>
                      <a:pt x="2180" y="4644"/>
                      <a:pt x="2049" y="4561"/>
                    </a:cubicBezTo>
                    <a:cubicBezTo>
                      <a:pt x="2019" y="4549"/>
                      <a:pt x="1986" y="4543"/>
                      <a:pt x="1954" y="4543"/>
                    </a:cubicBezTo>
                    <a:cubicBezTo>
                      <a:pt x="1921" y="4543"/>
                      <a:pt x="1888" y="4549"/>
                      <a:pt x="1858" y="4561"/>
                    </a:cubicBezTo>
                    <a:lnTo>
                      <a:pt x="1322" y="4918"/>
                    </a:lnTo>
                    <a:cubicBezTo>
                      <a:pt x="1306" y="4929"/>
                      <a:pt x="1293" y="4935"/>
                      <a:pt x="1280" y="4935"/>
                    </a:cubicBezTo>
                    <a:cubicBezTo>
                      <a:pt x="1265" y="4935"/>
                      <a:pt x="1252" y="4926"/>
                      <a:pt x="1239" y="4906"/>
                    </a:cubicBezTo>
                    <a:lnTo>
                      <a:pt x="1001" y="4668"/>
                    </a:lnTo>
                    <a:cubicBezTo>
                      <a:pt x="965" y="4644"/>
                      <a:pt x="965" y="4609"/>
                      <a:pt x="977" y="4585"/>
                    </a:cubicBezTo>
                    <a:lnTo>
                      <a:pt x="1334" y="4049"/>
                    </a:lnTo>
                    <a:cubicBezTo>
                      <a:pt x="1382" y="3989"/>
                      <a:pt x="1382" y="3906"/>
                      <a:pt x="1334" y="3847"/>
                    </a:cubicBezTo>
                    <a:cubicBezTo>
                      <a:pt x="1263" y="3728"/>
                      <a:pt x="1203" y="3585"/>
                      <a:pt x="1180" y="3454"/>
                    </a:cubicBezTo>
                    <a:cubicBezTo>
                      <a:pt x="1156" y="3394"/>
                      <a:pt x="1096" y="3335"/>
                      <a:pt x="1037" y="3311"/>
                    </a:cubicBezTo>
                    <a:lnTo>
                      <a:pt x="418" y="3192"/>
                    </a:lnTo>
                    <a:cubicBezTo>
                      <a:pt x="382" y="3192"/>
                      <a:pt x="358" y="3168"/>
                      <a:pt x="358" y="3120"/>
                    </a:cubicBezTo>
                    <a:lnTo>
                      <a:pt x="358" y="2775"/>
                    </a:lnTo>
                    <a:cubicBezTo>
                      <a:pt x="358" y="2751"/>
                      <a:pt x="382" y="2727"/>
                      <a:pt x="418" y="2704"/>
                    </a:cubicBezTo>
                    <a:lnTo>
                      <a:pt x="465" y="2692"/>
                    </a:lnTo>
                    <a:cubicBezTo>
                      <a:pt x="560" y="2680"/>
                      <a:pt x="620" y="2573"/>
                      <a:pt x="596" y="2477"/>
                    </a:cubicBezTo>
                    <a:cubicBezTo>
                      <a:pt x="586" y="2396"/>
                      <a:pt x="507" y="2341"/>
                      <a:pt x="425" y="2341"/>
                    </a:cubicBezTo>
                    <a:cubicBezTo>
                      <a:pt x="411" y="2341"/>
                      <a:pt x="396" y="2343"/>
                      <a:pt x="382" y="2346"/>
                    </a:cubicBezTo>
                    <a:lnTo>
                      <a:pt x="346" y="2370"/>
                    </a:lnTo>
                    <a:cubicBezTo>
                      <a:pt x="144" y="2406"/>
                      <a:pt x="1" y="2585"/>
                      <a:pt x="1" y="2775"/>
                    </a:cubicBezTo>
                    <a:lnTo>
                      <a:pt x="1" y="3120"/>
                    </a:lnTo>
                    <a:cubicBezTo>
                      <a:pt x="1" y="3335"/>
                      <a:pt x="144" y="3513"/>
                      <a:pt x="346" y="3537"/>
                    </a:cubicBezTo>
                    <a:lnTo>
                      <a:pt x="858" y="3644"/>
                    </a:lnTo>
                    <a:cubicBezTo>
                      <a:pt x="894" y="3728"/>
                      <a:pt x="941" y="3835"/>
                      <a:pt x="977" y="3906"/>
                    </a:cubicBezTo>
                    <a:lnTo>
                      <a:pt x="680" y="4359"/>
                    </a:lnTo>
                    <a:cubicBezTo>
                      <a:pt x="560" y="4525"/>
                      <a:pt x="596" y="4763"/>
                      <a:pt x="739" y="4894"/>
                    </a:cubicBezTo>
                    <a:lnTo>
                      <a:pt x="977" y="5132"/>
                    </a:lnTo>
                    <a:cubicBezTo>
                      <a:pt x="1067" y="5216"/>
                      <a:pt x="1182" y="5259"/>
                      <a:pt x="1292" y="5259"/>
                    </a:cubicBezTo>
                    <a:cubicBezTo>
                      <a:pt x="1371" y="5259"/>
                      <a:pt x="1448" y="5237"/>
                      <a:pt x="1513" y="5192"/>
                    </a:cubicBezTo>
                    <a:lnTo>
                      <a:pt x="1965" y="4894"/>
                    </a:lnTo>
                    <a:cubicBezTo>
                      <a:pt x="2049" y="4942"/>
                      <a:pt x="2144" y="4978"/>
                      <a:pt x="2227" y="5013"/>
                    </a:cubicBezTo>
                    <a:lnTo>
                      <a:pt x="2335" y="5537"/>
                    </a:lnTo>
                    <a:cubicBezTo>
                      <a:pt x="2382" y="5728"/>
                      <a:pt x="2561" y="5871"/>
                      <a:pt x="2751" y="5871"/>
                    </a:cubicBezTo>
                    <a:lnTo>
                      <a:pt x="3097" y="5871"/>
                    </a:lnTo>
                    <a:cubicBezTo>
                      <a:pt x="3299" y="5871"/>
                      <a:pt x="3478" y="5728"/>
                      <a:pt x="3513" y="5537"/>
                    </a:cubicBezTo>
                    <a:lnTo>
                      <a:pt x="3620" y="5013"/>
                    </a:lnTo>
                    <a:cubicBezTo>
                      <a:pt x="3704" y="4978"/>
                      <a:pt x="3811" y="4942"/>
                      <a:pt x="3882" y="4894"/>
                    </a:cubicBezTo>
                    <a:lnTo>
                      <a:pt x="4323" y="5192"/>
                    </a:lnTo>
                    <a:cubicBezTo>
                      <a:pt x="4391" y="5241"/>
                      <a:pt x="4472" y="5264"/>
                      <a:pt x="4552" y="5264"/>
                    </a:cubicBezTo>
                    <a:cubicBezTo>
                      <a:pt x="4667" y="5264"/>
                      <a:pt x="4781" y="5217"/>
                      <a:pt x="4859" y="5132"/>
                    </a:cubicBezTo>
                    <a:lnTo>
                      <a:pt x="5097" y="4894"/>
                    </a:lnTo>
                    <a:cubicBezTo>
                      <a:pt x="5252" y="4740"/>
                      <a:pt x="5263" y="4525"/>
                      <a:pt x="5156" y="4359"/>
                    </a:cubicBezTo>
                    <a:lnTo>
                      <a:pt x="4859" y="3906"/>
                    </a:lnTo>
                    <a:cubicBezTo>
                      <a:pt x="4906" y="3823"/>
                      <a:pt x="4954" y="3728"/>
                      <a:pt x="4978" y="3644"/>
                    </a:cubicBezTo>
                    <a:lnTo>
                      <a:pt x="5502" y="3537"/>
                    </a:lnTo>
                    <a:cubicBezTo>
                      <a:pt x="5692" y="3489"/>
                      <a:pt x="5847" y="3311"/>
                      <a:pt x="5847" y="3120"/>
                    </a:cubicBezTo>
                    <a:lnTo>
                      <a:pt x="5847" y="2775"/>
                    </a:lnTo>
                    <a:cubicBezTo>
                      <a:pt x="5847" y="2549"/>
                      <a:pt x="5716" y="2382"/>
                      <a:pt x="5502" y="2334"/>
                    </a:cubicBezTo>
                    <a:lnTo>
                      <a:pt x="4990" y="2227"/>
                    </a:lnTo>
                    <a:cubicBezTo>
                      <a:pt x="4954" y="2144"/>
                      <a:pt x="4906" y="2037"/>
                      <a:pt x="4871" y="1965"/>
                    </a:cubicBezTo>
                    <a:lnTo>
                      <a:pt x="5168" y="1513"/>
                    </a:lnTo>
                    <a:cubicBezTo>
                      <a:pt x="5287" y="1346"/>
                      <a:pt x="5252" y="1108"/>
                      <a:pt x="5109" y="977"/>
                    </a:cubicBezTo>
                    <a:lnTo>
                      <a:pt x="4871" y="739"/>
                    </a:lnTo>
                    <a:cubicBezTo>
                      <a:pt x="4780" y="656"/>
                      <a:pt x="4666" y="613"/>
                      <a:pt x="4555" y="613"/>
                    </a:cubicBezTo>
                    <a:cubicBezTo>
                      <a:pt x="4476" y="613"/>
                      <a:pt x="4399" y="635"/>
                      <a:pt x="4335" y="680"/>
                    </a:cubicBezTo>
                    <a:lnTo>
                      <a:pt x="3882" y="977"/>
                    </a:lnTo>
                    <a:cubicBezTo>
                      <a:pt x="3799" y="941"/>
                      <a:pt x="3704" y="894"/>
                      <a:pt x="3620" y="858"/>
                    </a:cubicBezTo>
                    <a:lnTo>
                      <a:pt x="3513" y="346"/>
                    </a:lnTo>
                    <a:cubicBezTo>
                      <a:pt x="3466" y="144"/>
                      <a:pt x="3287" y="1"/>
                      <a:pt x="30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31"/>
              <p:cNvSpPr/>
              <p:nvPr/>
            </p:nvSpPr>
            <p:spPr>
              <a:xfrm>
                <a:off x="6305888" y="3129884"/>
                <a:ext cx="64488" cy="64456"/>
              </a:xfrm>
              <a:custGeom>
                <a:rect b="b" l="l" r="r" t="t"/>
                <a:pathLst>
                  <a:path extrusionOk="0" h="2025" w="2026">
                    <a:moveTo>
                      <a:pt x="1013" y="1"/>
                    </a:moveTo>
                    <a:cubicBezTo>
                      <a:pt x="453" y="1"/>
                      <a:pt x="1" y="441"/>
                      <a:pt x="1" y="1013"/>
                    </a:cubicBezTo>
                    <a:cubicBezTo>
                      <a:pt x="1" y="1561"/>
                      <a:pt x="442" y="2025"/>
                      <a:pt x="1013" y="2025"/>
                    </a:cubicBezTo>
                    <a:cubicBezTo>
                      <a:pt x="1227" y="2025"/>
                      <a:pt x="1442" y="1942"/>
                      <a:pt x="1620" y="1811"/>
                    </a:cubicBezTo>
                    <a:cubicBezTo>
                      <a:pt x="1692" y="1751"/>
                      <a:pt x="1704" y="1632"/>
                      <a:pt x="1644" y="1561"/>
                    </a:cubicBezTo>
                    <a:cubicBezTo>
                      <a:pt x="1608" y="1517"/>
                      <a:pt x="1549" y="1491"/>
                      <a:pt x="1493" y="1491"/>
                    </a:cubicBezTo>
                    <a:cubicBezTo>
                      <a:pt x="1457" y="1491"/>
                      <a:pt x="1422" y="1502"/>
                      <a:pt x="1394" y="1525"/>
                    </a:cubicBezTo>
                    <a:cubicBezTo>
                      <a:pt x="1275" y="1620"/>
                      <a:pt x="1144" y="1668"/>
                      <a:pt x="989" y="1668"/>
                    </a:cubicBezTo>
                    <a:cubicBezTo>
                      <a:pt x="632" y="1668"/>
                      <a:pt x="358" y="1370"/>
                      <a:pt x="358" y="1025"/>
                    </a:cubicBezTo>
                    <a:cubicBezTo>
                      <a:pt x="382" y="668"/>
                      <a:pt x="668" y="370"/>
                      <a:pt x="1025" y="370"/>
                    </a:cubicBezTo>
                    <a:cubicBezTo>
                      <a:pt x="1382" y="370"/>
                      <a:pt x="1668" y="668"/>
                      <a:pt x="1668" y="1013"/>
                    </a:cubicBezTo>
                    <a:cubicBezTo>
                      <a:pt x="1668" y="1120"/>
                      <a:pt x="1739" y="1191"/>
                      <a:pt x="1846" y="1191"/>
                    </a:cubicBezTo>
                    <a:cubicBezTo>
                      <a:pt x="1942" y="1191"/>
                      <a:pt x="2025" y="1120"/>
                      <a:pt x="2025" y="1013"/>
                    </a:cubicBezTo>
                    <a:cubicBezTo>
                      <a:pt x="2025" y="453"/>
                      <a:pt x="1573" y="1"/>
                      <a:pt x="101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31"/>
              <p:cNvSpPr/>
              <p:nvPr/>
            </p:nvSpPr>
            <p:spPr>
              <a:xfrm>
                <a:off x="6173634" y="2997631"/>
                <a:ext cx="70153" cy="70153"/>
              </a:xfrm>
              <a:custGeom>
                <a:rect b="b" l="l" r="r" t="t"/>
                <a:pathLst>
                  <a:path extrusionOk="0" h="2204" w="2204">
                    <a:moveTo>
                      <a:pt x="1096" y="370"/>
                    </a:moveTo>
                    <a:cubicBezTo>
                      <a:pt x="1501" y="370"/>
                      <a:pt x="1834" y="703"/>
                      <a:pt x="1834" y="1108"/>
                    </a:cubicBezTo>
                    <a:cubicBezTo>
                      <a:pt x="1834" y="1501"/>
                      <a:pt x="1501" y="1834"/>
                      <a:pt x="1096" y="1834"/>
                    </a:cubicBezTo>
                    <a:cubicBezTo>
                      <a:pt x="691" y="1834"/>
                      <a:pt x="370" y="1501"/>
                      <a:pt x="370" y="1108"/>
                    </a:cubicBezTo>
                    <a:cubicBezTo>
                      <a:pt x="370" y="703"/>
                      <a:pt x="703" y="370"/>
                      <a:pt x="1096" y="370"/>
                    </a:cubicBezTo>
                    <a:close/>
                    <a:moveTo>
                      <a:pt x="1096" y="1"/>
                    </a:moveTo>
                    <a:cubicBezTo>
                      <a:pt x="489" y="1"/>
                      <a:pt x="1" y="489"/>
                      <a:pt x="1" y="1108"/>
                    </a:cubicBezTo>
                    <a:cubicBezTo>
                      <a:pt x="1" y="1715"/>
                      <a:pt x="489" y="2203"/>
                      <a:pt x="1096" y="2203"/>
                    </a:cubicBezTo>
                    <a:cubicBezTo>
                      <a:pt x="1715" y="2191"/>
                      <a:pt x="2203" y="1703"/>
                      <a:pt x="2203" y="1108"/>
                    </a:cubicBezTo>
                    <a:cubicBezTo>
                      <a:pt x="2203" y="489"/>
                      <a:pt x="1715" y="1"/>
                      <a:pt x="10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94" name="Google Shape;194;p31"/>
          <p:cNvSpPr txBox="1"/>
          <p:nvPr>
            <p:ph type="ctrTitle"/>
          </p:nvPr>
        </p:nvSpPr>
        <p:spPr>
          <a:xfrm>
            <a:off x="532200" y="1696650"/>
            <a:ext cx="3838500" cy="1750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solidFill>
                  <a:schemeClr val="lt1"/>
                </a:solidFill>
              </a:rPr>
              <a:t>Prediction of </a:t>
            </a:r>
            <a:endParaRPr>
              <a:solidFill>
                <a:schemeClr val="lt1"/>
              </a:solidFill>
            </a:endParaRPr>
          </a:p>
          <a:p>
            <a:pPr indent="0" lvl="0" marL="0" rtl="0" algn="ctr">
              <a:spcBef>
                <a:spcPts val="0"/>
              </a:spcBef>
              <a:spcAft>
                <a:spcPts val="0"/>
              </a:spcAft>
              <a:buNone/>
            </a:pPr>
            <a:r>
              <a:rPr lang="en">
                <a:solidFill>
                  <a:schemeClr val="lt1"/>
                </a:solidFill>
              </a:rPr>
              <a:t>Log P</a:t>
            </a:r>
            <a:endParaRPr>
              <a:solidFill>
                <a:schemeClr val="lt1"/>
              </a:solidFill>
            </a:endParaRPr>
          </a:p>
        </p:txBody>
      </p:sp>
      <p:sp>
        <p:nvSpPr>
          <p:cNvPr id="195" name="Google Shape;195;p31"/>
          <p:cNvSpPr txBox="1"/>
          <p:nvPr>
            <p:ph idx="1" type="subTitle"/>
          </p:nvPr>
        </p:nvSpPr>
        <p:spPr>
          <a:xfrm>
            <a:off x="905802" y="3895500"/>
            <a:ext cx="2461500" cy="70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400">
                <a:solidFill>
                  <a:schemeClr val="lt1"/>
                </a:solidFill>
              </a:rPr>
              <a:t>Chu Xian Liang </a:t>
            </a:r>
            <a:endParaRPr sz="1400">
              <a:solidFill>
                <a:schemeClr val="lt1"/>
              </a:solidFill>
            </a:endParaRPr>
          </a:p>
          <a:p>
            <a:pPr indent="0" lvl="0" marL="0" rtl="0" algn="l">
              <a:spcBef>
                <a:spcPts val="0"/>
              </a:spcBef>
              <a:spcAft>
                <a:spcPts val="0"/>
              </a:spcAft>
              <a:buNone/>
            </a:pPr>
            <a:r>
              <a:rPr lang="en" sz="1400">
                <a:solidFill>
                  <a:schemeClr val="lt1"/>
                </a:solidFill>
              </a:rPr>
              <a:t>Ong Jaymee</a:t>
            </a:r>
            <a:endParaRPr sz="1400">
              <a:solidFill>
                <a:schemeClr val="lt1"/>
              </a:solidFill>
            </a:endParaRPr>
          </a:p>
          <a:p>
            <a:pPr indent="0" lvl="0" marL="0" rtl="0" algn="l">
              <a:spcBef>
                <a:spcPts val="0"/>
              </a:spcBef>
              <a:spcAft>
                <a:spcPts val="0"/>
              </a:spcAft>
              <a:buNone/>
            </a:pPr>
            <a:r>
              <a:rPr lang="en" sz="1400">
                <a:solidFill>
                  <a:schemeClr val="lt1"/>
                </a:solidFill>
              </a:rPr>
              <a:t>Tiffany Tay Ting Ting</a:t>
            </a:r>
            <a:endParaRPr sz="14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9" name="Shape 199"/>
        <p:cNvGrpSpPr/>
        <p:nvPr/>
      </p:nvGrpSpPr>
      <p:grpSpPr>
        <a:xfrm>
          <a:off x="0" y="0"/>
          <a:ext cx="0" cy="0"/>
          <a:chOff x="0" y="0"/>
          <a:chExt cx="0" cy="0"/>
        </a:xfrm>
      </p:grpSpPr>
      <p:sp>
        <p:nvSpPr>
          <p:cNvPr id="200" name="Google Shape;200;p32"/>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t>
            </a:r>
            <a:r>
              <a:rPr lang="en"/>
              <a:t>ontents</a:t>
            </a:r>
            <a:endParaRPr/>
          </a:p>
        </p:txBody>
      </p:sp>
      <p:sp>
        <p:nvSpPr>
          <p:cNvPr id="201" name="Google Shape;201;p32"/>
          <p:cNvSpPr txBox="1"/>
          <p:nvPr>
            <p:ph idx="4294967295" type="title"/>
          </p:nvPr>
        </p:nvSpPr>
        <p:spPr>
          <a:xfrm>
            <a:off x="1644675" y="1740150"/>
            <a:ext cx="4931700" cy="40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Introduction of Paper</a:t>
            </a:r>
            <a:endParaRPr/>
          </a:p>
        </p:txBody>
      </p:sp>
      <p:sp>
        <p:nvSpPr>
          <p:cNvPr id="202" name="Google Shape;202;p32"/>
          <p:cNvSpPr txBox="1"/>
          <p:nvPr>
            <p:ph idx="4294967295" type="title"/>
          </p:nvPr>
        </p:nvSpPr>
        <p:spPr>
          <a:xfrm>
            <a:off x="1706025" y="2876538"/>
            <a:ext cx="3102000" cy="40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Our Project</a:t>
            </a:r>
            <a:endParaRPr/>
          </a:p>
        </p:txBody>
      </p:sp>
      <p:sp>
        <p:nvSpPr>
          <p:cNvPr id="203" name="Google Shape;203;p32"/>
          <p:cNvSpPr txBox="1"/>
          <p:nvPr>
            <p:ph idx="4294967295" type="title"/>
          </p:nvPr>
        </p:nvSpPr>
        <p:spPr>
          <a:xfrm>
            <a:off x="720000" y="1740150"/>
            <a:ext cx="986100" cy="66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01.</a:t>
            </a:r>
            <a:endParaRPr/>
          </a:p>
        </p:txBody>
      </p:sp>
      <p:sp>
        <p:nvSpPr>
          <p:cNvPr id="204" name="Google Shape;204;p32"/>
          <p:cNvSpPr/>
          <p:nvPr/>
        </p:nvSpPr>
        <p:spPr>
          <a:xfrm>
            <a:off x="0" y="4621775"/>
            <a:ext cx="9144000" cy="527700"/>
          </a:xfrm>
          <a:prstGeom prst="rect">
            <a:avLst/>
          </a:prstGeom>
          <a:solidFill>
            <a:srgbClr val="001D75">
              <a:alpha val="804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32"/>
          <p:cNvSpPr txBox="1"/>
          <p:nvPr>
            <p:ph idx="4294967295" type="title"/>
          </p:nvPr>
        </p:nvSpPr>
        <p:spPr>
          <a:xfrm>
            <a:off x="720000" y="2876525"/>
            <a:ext cx="986100" cy="66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02.</a:t>
            </a:r>
            <a:endParaRPr/>
          </a:p>
        </p:txBody>
      </p:sp>
      <p:grpSp>
        <p:nvGrpSpPr>
          <p:cNvPr id="206" name="Google Shape;206;p32"/>
          <p:cNvGrpSpPr/>
          <p:nvPr/>
        </p:nvGrpSpPr>
        <p:grpSpPr>
          <a:xfrm>
            <a:off x="7948204" y="587854"/>
            <a:ext cx="475800" cy="475800"/>
            <a:chOff x="8424004" y="539404"/>
            <a:chExt cx="475800" cy="475800"/>
          </a:xfrm>
        </p:grpSpPr>
        <p:sp>
          <p:nvSpPr>
            <p:cNvPr id="207" name="Google Shape;207;p32"/>
            <p:cNvSpPr/>
            <p:nvPr/>
          </p:nvSpPr>
          <p:spPr>
            <a:xfrm>
              <a:off x="8424004" y="539404"/>
              <a:ext cx="475800" cy="475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8" name="Google Shape;208;p32"/>
            <p:cNvGrpSpPr/>
            <p:nvPr/>
          </p:nvGrpSpPr>
          <p:grpSpPr>
            <a:xfrm>
              <a:off x="8546899" y="662209"/>
              <a:ext cx="230016" cy="230175"/>
              <a:chOff x="4206763" y="2450951"/>
              <a:chExt cx="322151" cy="322374"/>
            </a:xfrm>
          </p:grpSpPr>
          <p:sp>
            <p:nvSpPr>
              <p:cNvPr id="209" name="Google Shape;209;p32"/>
              <p:cNvSpPr/>
              <p:nvPr/>
            </p:nvSpPr>
            <p:spPr>
              <a:xfrm>
                <a:off x="4206763" y="2571650"/>
                <a:ext cx="322151" cy="201675"/>
              </a:xfrm>
              <a:custGeom>
                <a:rect b="b" l="l" r="r" t="t"/>
                <a:pathLst>
                  <a:path extrusionOk="0" h="6336" w="10121">
                    <a:moveTo>
                      <a:pt x="2691" y="2847"/>
                    </a:moveTo>
                    <a:lnTo>
                      <a:pt x="2691" y="6037"/>
                    </a:lnTo>
                    <a:lnTo>
                      <a:pt x="1393" y="6037"/>
                    </a:lnTo>
                    <a:lnTo>
                      <a:pt x="1393" y="2847"/>
                    </a:lnTo>
                    <a:close/>
                    <a:moveTo>
                      <a:pt x="5703" y="2049"/>
                    </a:moveTo>
                    <a:lnTo>
                      <a:pt x="5703" y="6037"/>
                    </a:lnTo>
                    <a:lnTo>
                      <a:pt x="4406" y="6037"/>
                    </a:lnTo>
                    <a:lnTo>
                      <a:pt x="4406" y="2049"/>
                    </a:lnTo>
                    <a:close/>
                    <a:moveTo>
                      <a:pt x="8704" y="299"/>
                    </a:moveTo>
                    <a:lnTo>
                      <a:pt x="8704" y="6037"/>
                    </a:lnTo>
                    <a:lnTo>
                      <a:pt x="7406" y="6037"/>
                    </a:lnTo>
                    <a:lnTo>
                      <a:pt x="7406" y="299"/>
                    </a:lnTo>
                    <a:close/>
                    <a:moveTo>
                      <a:pt x="7275" y="1"/>
                    </a:moveTo>
                    <a:cubicBezTo>
                      <a:pt x="7192" y="1"/>
                      <a:pt x="7132" y="61"/>
                      <a:pt x="7132" y="156"/>
                    </a:cubicBezTo>
                    <a:lnTo>
                      <a:pt x="7132" y="6037"/>
                    </a:lnTo>
                    <a:lnTo>
                      <a:pt x="6001" y="6037"/>
                    </a:lnTo>
                    <a:lnTo>
                      <a:pt x="6001" y="1894"/>
                    </a:lnTo>
                    <a:cubicBezTo>
                      <a:pt x="6001" y="1811"/>
                      <a:pt x="5941" y="1751"/>
                      <a:pt x="5846" y="1751"/>
                    </a:cubicBezTo>
                    <a:lnTo>
                      <a:pt x="4275" y="1751"/>
                    </a:lnTo>
                    <a:cubicBezTo>
                      <a:pt x="4179" y="1751"/>
                      <a:pt x="4120" y="1811"/>
                      <a:pt x="4120" y="1894"/>
                    </a:cubicBezTo>
                    <a:lnTo>
                      <a:pt x="4120" y="6037"/>
                    </a:lnTo>
                    <a:lnTo>
                      <a:pt x="2989" y="6037"/>
                    </a:lnTo>
                    <a:lnTo>
                      <a:pt x="2989" y="2704"/>
                    </a:lnTo>
                    <a:cubicBezTo>
                      <a:pt x="2989" y="2608"/>
                      <a:pt x="2929" y="2549"/>
                      <a:pt x="2846" y="2549"/>
                    </a:cubicBezTo>
                    <a:lnTo>
                      <a:pt x="1262" y="2549"/>
                    </a:lnTo>
                    <a:cubicBezTo>
                      <a:pt x="1167" y="2549"/>
                      <a:pt x="1119" y="2608"/>
                      <a:pt x="1119" y="2704"/>
                    </a:cubicBezTo>
                    <a:lnTo>
                      <a:pt x="1119" y="6037"/>
                    </a:lnTo>
                    <a:lnTo>
                      <a:pt x="143" y="6037"/>
                    </a:lnTo>
                    <a:cubicBezTo>
                      <a:pt x="60" y="6037"/>
                      <a:pt x="0" y="6097"/>
                      <a:pt x="0" y="6180"/>
                    </a:cubicBezTo>
                    <a:cubicBezTo>
                      <a:pt x="0" y="6276"/>
                      <a:pt x="60" y="6335"/>
                      <a:pt x="143" y="6335"/>
                    </a:cubicBezTo>
                    <a:lnTo>
                      <a:pt x="9966" y="6335"/>
                    </a:lnTo>
                    <a:cubicBezTo>
                      <a:pt x="10061" y="6335"/>
                      <a:pt x="10121" y="6276"/>
                      <a:pt x="10121" y="6180"/>
                    </a:cubicBezTo>
                    <a:cubicBezTo>
                      <a:pt x="10121" y="6109"/>
                      <a:pt x="10049" y="6037"/>
                      <a:pt x="9966" y="6037"/>
                    </a:cubicBezTo>
                    <a:lnTo>
                      <a:pt x="9001" y="6037"/>
                    </a:lnTo>
                    <a:lnTo>
                      <a:pt x="9001" y="156"/>
                    </a:lnTo>
                    <a:cubicBezTo>
                      <a:pt x="9001" y="61"/>
                      <a:pt x="8942" y="1"/>
                      <a:pt x="885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32"/>
              <p:cNvSpPr/>
              <p:nvPr/>
            </p:nvSpPr>
            <p:spPr>
              <a:xfrm>
                <a:off x="4210933" y="2450951"/>
                <a:ext cx="308878" cy="185537"/>
              </a:xfrm>
              <a:custGeom>
                <a:rect b="b" l="l" r="r" t="t"/>
                <a:pathLst>
                  <a:path extrusionOk="0" h="5829" w="9704">
                    <a:moveTo>
                      <a:pt x="9212" y="1"/>
                    </a:moveTo>
                    <a:cubicBezTo>
                      <a:pt x="9189" y="1"/>
                      <a:pt x="9167" y="3"/>
                      <a:pt x="9144" y="7"/>
                    </a:cubicBezTo>
                    <a:lnTo>
                      <a:pt x="7870" y="162"/>
                    </a:lnTo>
                    <a:cubicBezTo>
                      <a:pt x="7620" y="197"/>
                      <a:pt x="7442" y="435"/>
                      <a:pt x="7477" y="685"/>
                    </a:cubicBezTo>
                    <a:cubicBezTo>
                      <a:pt x="7500" y="920"/>
                      <a:pt x="7711" y="1092"/>
                      <a:pt x="7944" y="1092"/>
                    </a:cubicBezTo>
                    <a:cubicBezTo>
                      <a:pt x="7959" y="1092"/>
                      <a:pt x="7974" y="1092"/>
                      <a:pt x="7989" y="1090"/>
                    </a:cubicBezTo>
                    <a:lnTo>
                      <a:pt x="8096" y="1066"/>
                    </a:lnTo>
                    <a:lnTo>
                      <a:pt x="8096" y="1066"/>
                    </a:lnTo>
                    <a:cubicBezTo>
                      <a:pt x="6537" y="2876"/>
                      <a:pt x="4691" y="3805"/>
                      <a:pt x="3382" y="4269"/>
                    </a:cubicBezTo>
                    <a:cubicBezTo>
                      <a:pt x="1739" y="4853"/>
                      <a:pt x="476" y="4912"/>
                      <a:pt x="465" y="4912"/>
                    </a:cubicBezTo>
                    <a:cubicBezTo>
                      <a:pt x="203" y="4924"/>
                      <a:pt x="0" y="5138"/>
                      <a:pt x="12" y="5388"/>
                    </a:cubicBezTo>
                    <a:cubicBezTo>
                      <a:pt x="36" y="5638"/>
                      <a:pt x="226" y="5829"/>
                      <a:pt x="476" y="5829"/>
                    </a:cubicBezTo>
                    <a:lnTo>
                      <a:pt x="488" y="5829"/>
                    </a:lnTo>
                    <a:cubicBezTo>
                      <a:pt x="548" y="5829"/>
                      <a:pt x="1893" y="5793"/>
                      <a:pt x="3667" y="5150"/>
                    </a:cubicBezTo>
                    <a:cubicBezTo>
                      <a:pt x="4656" y="4793"/>
                      <a:pt x="5596" y="4317"/>
                      <a:pt x="6442" y="3745"/>
                    </a:cubicBezTo>
                    <a:cubicBezTo>
                      <a:pt x="6525" y="3710"/>
                      <a:pt x="6537" y="3614"/>
                      <a:pt x="6489" y="3543"/>
                    </a:cubicBezTo>
                    <a:cubicBezTo>
                      <a:pt x="6458" y="3497"/>
                      <a:pt x="6413" y="3471"/>
                      <a:pt x="6365" y="3471"/>
                    </a:cubicBezTo>
                    <a:cubicBezTo>
                      <a:pt x="6339" y="3471"/>
                      <a:pt x="6312" y="3478"/>
                      <a:pt x="6287" y="3495"/>
                    </a:cubicBezTo>
                    <a:cubicBezTo>
                      <a:pt x="5453" y="4067"/>
                      <a:pt x="4537" y="4519"/>
                      <a:pt x="3560" y="4865"/>
                    </a:cubicBezTo>
                    <a:cubicBezTo>
                      <a:pt x="1834" y="5484"/>
                      <a:pt x="536" y="5519"/>
                      <a:pt x="476" y="5531"/>
                    </a:cubicBezTo>
                    <a:cubicBezTo>
                      <a:pt x="393" y="5531"/>
                      <a:pt x="310" y="5460"/>
                      <a:pt x="310" y="5377"/>
                    </a:cubicBezTo>
                    <a:cubicBezTo>
                      <a:pt x="310" y="5281"/>
                      <a:pt x="393" y="5210"/>
                      <a:pt x="476" y="5198"/>
                    </a:cubicBezTo>
                    <a:cubicBezTo>
                      <a:pt x="488" y="5198"/>
                      <a:pt x="1798" y="5150"/>
                      <a:pt x="3489" y="4543"/>
                    </a:cubicBezTo>
                    <a:cubicBezTo>
                      <a:pt x="4894" y="4031"/>
                      <a:pt x="6918" y="3007"/>
                      <a:pt x="8573" y="947"/>
                    </a:cubicBezTo>
                    <a:cubicBezTo>
                      <a:pt x="8664" y="856"/>
                      <a:pt x="8579" y="709"/>
                      <a:pt x="8456" y="709"/>
                    </a:cubicBezTo>
                    <a:cubicBezTo>
                      <a:pt x="8451" y="709"/>
                      <a:pt x="8447" y="709"/>
                      <a:pt x="8442" y="709"/>
                    </a:cubicBezTo>
                    <a:lnTo>
                      <a:pt x="7966" y="769"/>
                    </a:lnTo>
                    <a:cubicBezTo>
                      <a:pt x="7951" y="772"/>
                      <a:pt x="7937" y="774"/>
                      <a:pt x="7924" y="774"/>
                    </a:cubicBezTo>
                    <a:cubicBezTo>
                      <a:pt x="7850" y="774"/>
                      <a:pt x="7797" y="720"/>
                      <a:pt x="7787" y="650"/>
                    </a:cubicBezTo>
                    <a:cubicBezTo>
                      <a:pt x="7751" y="554"/>
                      <a:pt x="7835" y="459"/>
                      <a:pt x="7930" y="447"/>
                    </a:cubicBezTo>
                    <a:lnTo>
                      <a:pt x="9204" y="281"/>
                    </a:lnTo>
                    <a:cubicBezTo>
                      <a:pt x="9210" y="280"/>
                      <a:pt x="9216" y="280"/>
                      <a:pt x="9222" y="280"/>
                    </a:cubicBezTo>
                    <a:cubicBezTo>
                      <a:pt x="9311" y="280"/>
                      <a:pt x="9394" y="358"/>
                      <a:pt x="9394" y="447"/>
                    </a:cubicBezTo>
                    <a:lnTo>
                      <a:pt x="9394" y="1709"/>
                    </a:lnTo>
                    <a:cubicBezTo>
                      <a:pt x="9394" y="1805"/>
                      <a:pt x="9323" y="1876"/>
                      <a:pt x="9228" y="1876"/>
                    </a:cubicBezTo>
                    <a:cubicBezTo>
                      <a:pt x="9132" y="1876"/>
                      <a:pt x="9061" y="1805"/>
                      <a:pt x="9061" y="1709"/>
                    </a:cubicBezTo>
                    <a:lnTo>
                      <a:pt x="9061" y="1328"/>
                    </a:lnTo>
                    <a:cubicBezTo>
                      <a:pt x="9061" y="1269"/>
                      <a:pt x="9025" y="1209"/>
                      <a:pt x="8978" y="1186"/>
                    </a:cubicBezTo>
                    <a:cubicBezTo>
                      <a:pt x="8963" y="1183"/>
                      <a:pt x="8948" y="1181"/>
                      <a:pt x="8932" y="1181"/>
                    </a:cubicBezTo>
                    <a:cubicBezTo>
                      <a:pt x="8882" y="1181"/>
                      <a:pt x="8829" y="1197"/>
                      <a:pt x="8811" y="1233"/>
                    </a:cubicBezTo>
                    <a:cubicBezTo>
                      <a:pt x="8263" y="1924"/>
                      <a:pt x="7620" y="2531"/>
                      <a:pt x="6930" y="3067"/>
                    </a:cubicBezTo>
                    <a:cubicBezTo>
                      <a:pt x="6870" y="3114"/>
                      <a:pt x="6858" y="3210"/>
                      <a:pt x="6906" y="3269"/>
                    </a:cubicBezTo>
                    <a:cubicBezTo>
                      <a:pt x="6936" y="3307"/>
                      <a:pt x="6985" y="3330"/>
                      <a:pt x="7032" y="3330"/>
                    </a:cubicBezTo>
                    <a:cubicBezTo>
                      <a:pt x="7060" y="3330"/>
                      <a:pt x="7086" y="3322"/>
                      <a:pt x="7108" y="3305"/>
                    </a:cubicBezTo>
                    <a:cubicBezTo>
                      <a:pt x="7704" y="2840"/>
                      <a:pt x="8275" y="2305"/>
                      <a:pt x="8775" y="1745"/>
                    </a:cubicBezTo>
                    <a:cubicBezTo>
                      <a:pt x="8799" y="1995"/>
                      <a:pt x="8989" y="2186"/>
                      <a:pt x="9239" y="2186"/>
                    </a:cubicBezTo>
                    <a:cubicBezTo>
                      <a:pt x="9490" y="2186"/>
                      <a:pt x="9704" y="1983"/>
                      <a:pt x="9704" y="1721"/>
                    </a:cubicBezTo>
                    <a:lnTo>
                      <a:pt x="9704" y="459"/>
                    </a:lnTo>
                    <a:cubicBezTo>
                      <a:pt x="9680" y="328"/>
                      <a:pt x="9620" y="209"/>
                      <a:pt x="9513" y="126"/>
                    </a:cubicBezTo>
                    <a:cubicBezTo>
                      <a:pt x="9425" y="47"/>
                      <a:pt x="9319" y="1"/>
                      <a:pt x="92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3"/>
          <p:cNvSpPr txBox="1"/>
          <p:nvPr>
            <p:ph type="title"/>
          </p:nvPr>
        </p:nvSpPr>
        <p:spPr>
          <a:xfrm>
            <a:off x="720000" y="2346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Introduction</a:t>
            </a:r>
            <a:endParaRPr/>
          </a:p>
        </p:txBody>
      </p:sp>
      <p:sp>
        <p:nvSpPr>
          <p:cNvPr id="216" name="Google Shape;216;p33"/>
          <p:cNvSpPr txBox="1"/>
          <p:nvPr>
            <p:ph idx="1" type="body"/>
          </p:nvPr>
        </p:nvSpPr>
        <p:spPr>
          <a:xfrm>
            <a:off x="720000" y="987152"/>
            <a:ext cx="7704000" cy="3416400"/>
          </a:xfrm>
          <a:prstGeom prst="rect">
            <a:avLst/>
          </a:prstGeom>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chemeClr val="dk1"/>
              </a:buClr>
              <a:buSzPts val="1600"/>
              <a:buFont typeface="Arimo"/>
              <a:buChar char="❏"/>
            </a:pPr>
            <a:r>
              <a:rPr lang="en" sz="1600">
                <a:solidFill>
                  <a:schemeClr val="dk1"/>
                </a:solidFill>
                <a:latin typeface="Arimo"/>
                <a:ea typeface="Arimo"/>
                <a:cs typeface="Arimo"/>
                <a:sym typeface="Arimo"/>
              </a:rPr>
              <a:t>Aim: To investigate the correlation between partition coefficient (Log P) and physico-chemical descriptors for a large data set of compounds.</a:t>
            </a:r>
            <a:endParaRPr sz="1600">
              <a:solidFill>
                <a:schemeClr val="dk1"/>
              </a:solidFill>
              <a:latin typeface="Arimo"/>
              <a:ea typeface="Arimo"/>
              <a:cs typeface="Arimo"/>
              <a:sym typeface="Arimo"/>
            </a:endParaRPr>
          </a:p>
          <a:p>
            <a:pPr indent="0" lvl="0" marL="0" rtl="0" algn="l">
              <a:lnSpc>
                <a:spcPct val="115000"/>
              </a:lnSpc>
              <a:spcBef>
                <a:spcPts val="0"/>
              </a:spcBef>
              <a:spcAft>
                <a:spcPts val="0"/>
              </a:spcAft>
              <a:buNone/>
            </a:pPr>
            <a:r>
              <a:t/>
            </a:r>
            <a:endParaRPr sz="1600">
              <a:solidFill>
                <a:schemeClr val="dk1"/>
              </a:solidFill>
            </a:endParaRPr>
          </a:p>
          <a:p>
            <a:pPr indent="0" lvl="0" marL="914400" rtl="0" algn="l">
              <a:lnSpc>
                <a:spcPct val="100000"/>
              </a:lnSpc>
              <a:spcBef>
                <a:spcPts val="0"/>
              </a:spcBef>
              <a:spcAft>
                <a:spcPts val="0"/>
              </a:spcAft>
              <a:buNone/>
            </a:pPr>
            <a:r>
              <a:t/>
            </a:r>
            <a:endParaRPr sz="16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4"/>
          <p:cNvSpPr txBox="1"/>
          <p:nvPr>
            <p:ph type="title"/>
          </p:nvPr>
        </p:nvSpPr>
        <p:spPr>
          <a:xfrm>
            <a:off x="720000" y="2346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Introduction</a:t>
            </a:r>
            <a:endParaRPr/>
          </a:p>
        </p:txBody>
      </p:sp>
      <p:sp>
        <p:nvSpPr>
          <p:cNvPr id="222" name="Google Shape;222;p34"/>
          <p:cNvSpPr txBox="1"/>
          <p:nvPr>
            <p:ph idx="1" type="body"/>
          </p:nvPr>
        </p:nvSpPr>
        <p:spPr>
          <a:xfrm>
            <a:off x="720000" y="987152"/>
            <a:ext cx="7704000" cy="3416400"/>
          </a:xfrm>
          <a:prstGeom prst="rect">
            <a:avLst/>
          </a:prstGeom>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chemeClr val="dk1"/>
              </a:buClr>
              <a:buSzPts val="1600"/>
              <a:buFont typeface="Arimo"/>
              <a:buChar char="❏"/>
            </a:pPr>
            <a:r>
              <a:rPr lang="en" sz="1600">
                <a:solidFill>
                  <a:schemeClr val="dk1"/>
                </a:solidFill>
                <a:latin typeface="Arimo"/>
                <a:ea typeface="Arimo"/>
                <a:cs typeface="Arimo"/>
                <a:sym typeface="Arimo"/>
              </a:rPr>
              <a:t>Aim: To investigate the correlation between partition coefficient (Log P) and physico-chemical descriptors for a large data set of compounds.</a:t>
            </a:r>
            <a:endParaRPr sz="1600">
              <a:solidFill>
                <a:schemeClr val="dk1"/>
              </a:solidFill>
              <a:latin typeface="Arimo"/>
              <a:ea typeface="Arimo"/>
              <a:cs typeface="Arimo"/>
              <a:sym typeface="Arimo"/>
            </a:endParaRPr>
          </a:p>
          <a:p>
            <a:pPr indent="-330200" lvl="0" marL="457200" rtl="0" algn="l">
              <a:lnSpc>
                <a:spcPct val="120000"/>
              </a:lnSpc>
              <a:spcBef>
                <a:spcPts val="0"/>
              </a:spcBef>
              <a:spcAft>
                <a:spcPts val="0"/>
              </a:spcAft>
              <a:buClr>
                <a:schemeClr val="dk1"/>
              </a:buClr>
              <a:buSzPts val="1600"/>
              <a:buFont typeface="Arimo"/>
              <a:buChar char="❏"/>
            </a:pPr>
            <a:r>
              <a:rPr lang="en" sz="1600">
                <a:solidFill>
                  <a:schemeClr val="dk1"/>
                </a:solidFill>
                <a:latin typeface="Arimo"/>
                <a:ea typeface="Arimo"/>
                <a:cs typeface="Arimo"/>
                <a:sym typeface="Arimo"/>
              </a:rPr>
              <a:t>Log P: The ratio of concentrations of a compound in a mixture of two immiscible solvents at equilibrium.</a:t>
            </a:r>
            <a:endParaRPr sz="1600">
              <a:solidFill>
                <a:schemeClr val="dk1"/>
              </a:solidFill>
              <a:latin typeface="Arimo"/>
              <a:ea typeface="Arimo"/>
              <a:cs typeface="Arimo"/>
              <a:sym typeface="Arimo"/>
            </a:endParaRPr>
          </a:p>
          <a:p>
            <a:pPr indent="-330200" lvl="1" marL="914400" rtl="0" algn="l">
              <a:lnSpc>
                <a:spcPct val="120000"/>
              </a:lnSpc>
              <a:spcBef>
                <a:spcPts val="0"/>
              </a:spcBef>
              <a:spcAft>
                <a:spcPts val="0"/>
              </a:spcAft>
              <a:buClr>
                <a:schemeClr val="dk1"/>
              </a:buClr>
              <a:buSzPts val="1600"/>
              <a:buFont typeface="Arimo"/>
              <a:buChar char="❏"/>
            </a:pPr>
            <a:r>
              <a:rPr lang="en" sz="1600">
                <a:solidFill>
                  <a:schemeClr val="dk1"/>
                </a:solidFill>
                <a:latin typeface="Arimo"/>
                <a:ea typeface="Arimo"/>
                <a:cs typeface="Arimo"/>
                <a:sym typeface="Arimo"/>
              </a:rPr>
              <a:t>Its values are vital to drug discovery and other chemical research.</a:t>
            </a:r>
            <a:endParaRPr sz="1600">
              <a:solidFill>
                <a:schemeClr val="dk1"/>
              </a:solidFill>
              <a:latin typeface="Arimo"/>
              <a:ea typeface="Arimo"/>
              <a:cs typeface="Arimo"/>
              <a:sym typeface="Arimo"/>
            </a:endParaRPr>
          </a:p>
          <a:p>
            <a:pPr indent="0" lvl="0" marL="0" rtl="0" algn="l">
              <a:lnSpc>
                <a:spcPct val="115000"/>
              </a:lnSpc>
              <a:spcBef>
                <a:spcPts val="0"/>
              </a:spcBef>
              <a:spcAft>
                <a:spcPts val="0"/>
              </a:spcAft>
              <a:buNone/>
            </a:pPr>
            <a:r>
              <a:t/>
            </a:r>
            <a:endParaRPr sz="1600">
              <a:solidFill>
                <a:schemeClr val="dk1"/>
              </a:solidFill>
            </a:endParaRPr>
          </a:p>
          <a:p>
            <a:pPr indent="0" lvl="0" marL="914400" rtl="0" algn="l">
              <a:lnSpc>
                <a:spcPct val="100000"/>
              </a:lnSpc>
              <a:spcBef>
                <a:spcPts val="0"/>
              </a:spcBef>
              <a:spcAft>
                <a:spcPts val="0"/>
              </a:spcAft>
              <a:buNone/>
            </a:pPr>
            <a:r>
              <a:t/>
            </a:r>
            <a:endParaRPr sz="16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5"/>
          <p:cNvSpPr txBox="1"/>
          <p:nvPr>
            <p:ph type="title"/>
          </p:nvPr>
        </p:nvSpPr>
        <p:spPr>
          <a:xfrm>
            <a:off x="720000" y="2346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Introduction</a:t>
            </a:r>
            <a:endParaRPr/>
          </a:p>
        </p:txBody>
      </p:sp>
      <p:sp>
        <p:nvSpPr>
          <p:cNvPr id="228" name="Google Shape;228;p35"/>
          <p:cNvSpPr txBox="1"/>
          <p:nvPr>
            <p:ph idx="1" type="body"/>
          </p:nvPr>
        </p:nvSpPr>
        <p:spPr>
          <a:xfrm>
            <a:off x="720000" y="987152"/>
            <a:ext cx="7704000" cy="3416400"/>
          </a:xfrm>
          <a:prstGeom prst="rect">
            <a:avLst/>
          </a:prstGeom>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chemeClr val="dk1"/>
              </a:buClr>
              <a:buSzPts val="1600"/>
              <a:buFont typeface="Arimo"/>
              <a:buChar char="❏"/>
            </a:pPr>
            <a:r>
              <a:rPr lang="en" sz="1600">
                <a:solidFill>
                  <a:schemeClr val="dk1"/>
                </a:solidFill>
                <a:latin typeface="Arimo"/>
                <a:ea typeface="Arimo"/>
                <a:cs typeface="Arimo"/>
                <a:sym typeface="Arimo"/>
              </a:rPr>
              <a:t>Aim: To investigate the correlation between partition coefficient (Log P) and physico-chemical descriptors for a large data set of compounds.</a:t>
            </a:r>
            <a:endParaRPr sz="1600">
              <a:solidFill>
                <a:schemeClr val="dk1"/>
              </a:solidFill>
              <a:latin typeface="Arimo"/>
              <a:ea typeface="Arimo"/>
              <a:cs typeface="Arimo"/>
              <a:sym typeface="Arimo"/>
            </a:endParaRPr>
          </a:p>
          <a:p>
            <a:pPr indent="-330200" lvl="0" marL="457200" rtl="0" algn="l">
              <a:lnSpc>
                <a:spcPct val="120000"/>
              </a:lnSpc>
              <a:spcBef>
                <a:spcPts val="0"/>
              </a:spcBef>
              <a:spcAft>
                <a:spcPts val="0"/>
              </a:spcAft>
              <a:buClr>
                <a:schemeClr val="dk1"/>
              </a:buClr>
              <a:buSzPts val="1600"/>
              <a:buFont typeface="Arimo"/>
              <a:buChar char="❏"/>
            </a:pPr>
            <a:r>
              <a:rPr lang="en" sz="1600">
                <a:solidFill>
                  <a:schemeClr val="dk1"/>
                </a:solidFill>
                <a:latin typeface="Arimo"/>
                <a:ea typeface="Arimo"/>
                <a:cs typeface="Arimo"/>
                <a:sym typeface="Arimo"/>
              </a:rPr>
              <a:t>Log P: The ratio of concentrations of a compound in a mixture of two immiscible solvents at equilibrium.</a:t>
            </a:r>
            <a:endParaRPr sz="1600">
              <a:solidFill>
                <a:schemeClr val="dk1"/>
              </a:solidFill>
              <a:latin typeface="Arimo"/>
              <a:ea typeface="Arimo"/>
              <a:cs typeface="Arimo"/>
              <a:sym typeface="Arimo"/>
            </a:endParaRPr>
          </a:p>
          <a:p>
            <a:pPr indent="-330200" lvl="1" marL="914400" rtl="0" algn="l">
              <a:lnSpc>
                <a:spcPct val="120000"/>
              </a:lnSpc>
              <a:spcBef>
                <a:spcPts val="0"/>
              </a:spcBef>
              <a:spcAft>
                <a:spcPts val="0"/>
              </a:spcAft>
              <a:buClr>
                <a:schemeClr val="dk1"/>
              </a:buClr>
              <a:buSzPts val="1600"/>
              <a:buFont typeface="Arimo"/>
              <a:buChar char="❏"/>
            </a:pPr>
            <a:r>
              <a:rPr lang="en" sz="1600">
                <a:solidFill>
                  <a:schemeClr val="dk1"/>
                </a:solidFill>
                <a:latin typeface="Arimo"/>
                <a:ea typeface="Arimo"/>
                <a:cs typeface="Arimo"/>
                <a:sym typeface="Arimo"/>
              </a:rPr>
              <a:t>Its values are vital to drug discovery and other chemical research.</a:t>
            </a:r>
            <a:endParaRPr sz="1600">
              <a:solidFill>
                <a:schemeClr val="dk1"/>
              </a:solidFill>
              <a:latin typeface="Arimo"/>
              <a:ea typeface="Arimo"/>
              <a:cs typeface="Arimo"/>
              <a:sym typeface="Arimo"/>
            </a:endParaRPr>
          </a:p>
          <a:p>
            <a:pPr indent="-330200" lvl="0" marL="457200" rtl="0" algn="l">
              <a:lnSpc>
                <a:spcPct val="120000"/>
              </a:lnSpc>
              <a:spcBef>
                <a:spcPts val="0"/>
              </a:spcBef>
              <a:spcAft>
                <a:spcPts val="0"/>
              </a:spcAft>
              <a:buClr>
                <a:schemeClr val="dk1"/>
              </a:buClr>
              <a:buSzPts val="1600"/>
              <a:buFont typeface="Arimo"/>
              <a:buChar char="❏"/>
            </a:pPr>
            <a:r>
              <a:rPr lang="en" sz="1600">
                <a:solidFill>
                  <a:schemeClr val="dk1"/>
                </a:solidFill>
                <a:latin typeface="Arimo"/>
                <a:ea typeface="Arimo"/>
                <a:cs typeface="Arimo"/>
                <a:sym typeface="Arimo"/>
              </a:rPr>
              <a:t>Models used: </a:t>
            </a:r>
            <a:endParaRPr sz="1600">
              <a:solidFill>
                <a:schemeClr val="dk1"/>
              </a:solidFill>
              <a:latin typeface="Arimo"/>
              <a:ea typeface="Arimo"/>
              <a:cs typeface="Arimo"/>
              <a:sym typeface="Arimo"/>
            </a:endParaRPr>
          </a:p>
          <a:p>
            <a:pPr indent="-330200" lvl="1" marL="914400" rtl="0" algn="l">
              <a:lnSpc>
                <a:spcPct val="120000"/>
              </a:lnSpc>
              <a:spcBef>
                <a:spcPts val="0"/>
              </a:spcBef>
              <a:spcAft>
                <a:spcPts val="0"/>
              </a:spcAft>
              <a:buClr>
                <a:schemeClr val="dk1"/>
              </a:buClr>
              <a:buSzPts val="1600"/>
              <a:buFont typeface="Arimo"/>
              <a:buChar char="❏"/>
            </a:pPr>
            <a:r>
              <a:rPr lang="en" sz="1600">
                <a:solidFill>
                  <a:schemeClr val="dk1"/>
                </a:solidFill>
                <a:latin typeface="Arimo"/>
                <a:ea typeface="Arimo"/>
                <a:cs typeface="Arimo"/>
                <a:sym typeface="Arimo"/>
              </a:rPr>
              <a:t>Support Vector Machine (R2 = 0.92)</a:t>
            </a:r>
            <a:endParaRPr sz="1600">
              <a:solidFill>
                <a:schemeClr val="dk1"/>
              </a:solidFill>
              <a:latin typeface="Arimo"/>
              <a:ea typeface="Arimo"/>
              <a:cs typeface="Arimo"/>
              <a:sym typeface="Arimo"/>
            </a:endParaRPr>
          </a:p>
          <a:p>
            <a:pPr indent="-330200" lvl="1" marL="914400" rtl="0" algn="l">
              <a:lnSpc>
                <a:spcPct val="120000"/>
              </a:lnSpc>
              <a:spcBef>
                <a:spcPts val="0"/>
              </a:spcBef>
              <a:spcAft>
                <a:spcPts val="0"/>
              </a:spcAft>
              <a:buClr>
                <a:schemeClr val="dk1"/>
              </a:buClr>
              <a:buSzPts val="1600"/>
              <a:buFont typeface="Arimo"/>
              <a:buChar char="❏"/>
            </a:pPr>
            <a:r>
              <a:rPr lang="en" sz="1600">
                <a:solidFill>
                  <a:schemeClr val="dk1"/>
                </a:solidFill>
                <a:latin typeface="Arimo"/>
                <a:ea typeface="Arimo"/>
                <a:cs typeface="Arimo"/>
                <a:sym typeface="Arimo"/>
              </a:rPr>
              <a:t>Radial Basis Function Neural Network (R2 = 0.90)</a:t>
            </a:r>
            <a:endParaRPr sz="1600">
              <a:solidFill>
                <a:schemeClr val="dk1"/>
              </a:solidFill>
              <a:latin typeface="Arimo"/>
              <a:ea typeface="Arimo"/>
              <a:cs typeface="Arimo"/>
              <a:sym typeface="Arimo"/>
            </a:endParaRPr>
          </a:p>
          <a:p>
            <a:pPr indent="-330200" lvl="1" marL="914400" rtl="0" algn="l">
              <a:lnSpc>
                <a:spcPct val="120000"/>
              </a:lnSpc>
              <a:spcBef>
                <a:spcPts val="0"/>
              </a:spcBef>
              <a:spcAft>
                <a:spcPts val="0"/>
              </a:spcAft>
              <a:buClr>
                <a:schemeClr val="dk1"/>
              </a:buClr>
              <a:buSzPts val="1600"/>
              <a:buFont typeface="Arimo"/>
              <a:buChar char="❏"/>
            </a:pPr>
            <a:r>
              <a:rPr lang="en" sz="1600">
                <a:solidFill>
                  <a:schemeClr val="dk1"/>
                </a:solidFill>
                <a:latin typeface="Arimo"/>
                <a:ea typeface="Arimo"/>
                <a:cs typeface="Arimo"/>
                <a:sym typeface="Arimo"/>
              </a:rPr>
              <a:t>Multiple Linear Regression (R2 =0.88)</a:t>
            </a:r>
            <a:endParaRPr sz="1600">
              <a:solidFill>
                <a:schemeClr val="dk1"/>
              </a:solidFill>
              <a:latin typeface="Arimo"/>
              <a:ea typeface="Arimo"/>
              <a:cs typeface="Arimo"/>
              <a:sym typeface="Arimo"/>
            </a:endParaRPr>
          </a:p>
          <a:p>
            <a:pPr indent="0" lvl="0" marL="0" rtl="0" algn="l">
              <a:lnSpc>
                <a:spcPct val="120000"/>
              </a:lnSpc>
              <a:spcBef>
                <a:spcPts val="0"/>
              </a:spcBef>
              <a:spcAft>
                <a:spcPts val="0"/>
              </a:spcAft>
              <a:buNone/>
            </a:pPr>
            <a:r>
              <a:t/>
            </a:r>
            <a:endParaRPr sz="1600">
              <a:solidFill>
                <a:schemeClr val="dk1"/>
              </a:solidFill>
              <a:latin typeface="Arimo"/>
              <a:ea typeface="Arimo"/>
              <a:cs typeface="Arimo"/>
              <a:sym typeface="Arimo"/>
            </a:endParaRPr>
          </a:p>
          <a:p>
            <a:pPr indent="0" lvl="0" marL="0" rtl="0" algn="l">
              <a:lnSpc>
                <a:spcPct val="115000"/>
              </a:lnSpc>
              <a:spcBef>
                <a:spcPts val="0"/>
              </a:spcBef>
              <a:spcAft>
                <a:spcPts val="0"/>
              </a:spcAft>
              <a:buNone/>
            </a:pPr>
            <a:r>
              <a:t/>
            </a:r>
            <a:endParaRPr sz="1600">
              <a:solidFill>
                <a:schemeClr val="dk1"/>
              </a:solidFill>
            </a:endParaRPr>
          </a:p>
          <a:p>
            <a:pPr indent="0" lvl="0" marL="914400" rtl="0" algn="l">
              <a:lnSpc>
                <a:spcPct val="100000"/>
              </a:lnSpc>
              <a:spcBef>
                <a:spcPts val="0"/>
              </a:spcBef>
              <a:spcAft>
                <a:spcPts val="0"/>
              </a:spcAft>
              <a:buNone/>
            </a:pPr>
            <a:r>
              <a:t/>
            </a:r>
            <a:endParaRPr sz="16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6"/>
          <p:cNvSpPr txBox="1"/>
          <p:nvPr>
            <p:ph type="title"/>
          </p:nvPr>
        </p:nvSpPr>
        <p:spPr>
          <a:xfrm>
            <a:off x="720000" y="2343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Introduction</a:t>
            </a:r>
            <a:endParaRPr/>
          </a:p>
        </p:txBody>
      </p:sp>
      <p:sp>
        <p:nvSpPr>
          <p:cNvPr id="234" name="Google Shape;234;p36"/>
          <p:cNvSpPr txBox="1"/>
          <p:nvPr>
            <p:ph idx="1" type="body"/>
          </p:nvPr>
        </p:nvSpPr>
        <p:spPr>
          <a:xfrm>
            <a:off x="720000" y="987152"/>
            <a:ext cx="7704000" cy="3416400"/>
          </a:xfrm>
          <a:prstGeom prst="rect">
            <a:avLst/>
          </a:prstGeom>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chemeClr val="dk1"/>
              </a:buClr>
              <a:buSzPts val="1600"/>
              <a:buFont typeface="Arimo"/>
              <a:buChar char="❏"/>
            </a:pPr>
            <a:r>
              <a:rPr lang="en" sz="1600">
                <a:solidFill>
                  <a:schemeClr val="dk1"/>
                </a:solidFill>
                <a:latin typeface="Arimo"/>
                <a:ea typeface="Arimo"/>
                <a:cs typeface="Arimo"/>
                <a:sym typeface="Arimo"/>
              </a:rPr>
              <a:t>Aim: To investigate the correlation between partition coefficient (Log P) and physico-chemical descriptors for a large data set of compounds.</a:t>
            </a:r>
            <a:endParaRPr sz="1600">
              <a:solidFill>
                <a:schemeClr val="dk1"/>
              </a:solidFill>
              <a:latin typeface="Arimo"/>
              <a:ea typeface="Arimo"/>
              <a:cs typeface="Arimo"/>
              <a:sym typeface="Arimo"/>
            </a:endParaRPr>
          </a:p>
          <a:p>
            <a:pPr indent="-330200" lvl="0" marL="457200" rtl="0" algn="l">
              <a:lnSpc>
                <a:spcPct val="120000"/>
              </a:lnSpc>
              <a:spcBef>
                <a:spcPts val="0"/>
              </a:spcBef>
              <a:spcAft>
                <a:spcPts val="0"/>
              </a:spcAft>
              <a:buClr>
                <a:schemeClr val="dk1"/>
              </a:buClr>
              <a:buSzPts val="1600"/>
              <a:buFont typeface="Arimo"/>
              <a:buChar char="❏"/>
            </a:pPr>
            <a:r>
              <a:rPr lang="en" sz="1600">
                <a:solidFill>
                  <a:schemeClr val="dk1"/>
                </a:solidFill>
                <a:latin typeface="Arimo"/>
                <a:ea typeface="Arimo"/>
                <a:cs typeface="Arimo"/>
                <a:sym typeface="Arimo"/>
              </a:rPr>
              <a:t>Log P: The ratio of concentrations of a compound in a mixture of two immiscible solvents at equilibrium.</a:t>
            </a:r>
            <a:endParaRPr sz="1600">
              <a:solidFill>
                <a:schemeClr val="dk1"/>
              </a:solidFill>
              <a:latin typeface="Arimo"/>
              <a:ea typeface="Arimo"/>
              <a:cs typeface="Arimo"/>
              <a:sym typeface="Arimo"/>
            </a:endParaRPr>
          </a:p>
          <a:p>
            <a:pPr indent="-330200" lvl="1" marL="914400" rtl="0" algn="l">
              <a:lnSpc>
                <a:spcPct val="120000"/>
              </a:lnSpc>
              <a:spcBef>
                <a:spcPts val="0"/>
              </a:spcBef>
              <a:spcAft>
                <a:spcPts val="0"/>
              </a:spcAft>
              <a:buClr>
                <a:schemeClr val="dk1"/>
              </a:buClr>
              <a:buSzPts val="1600"/>
              <a:buFont typeface="Arimo"/>
              <a:buChar char="❏"/>
            </a:pPr>
            <a:r>
              <a:rPr lang="en" sz="1600">
                <a:solidFill>
                  <a:schemeClr val="dk1"/>
                </a:solidFill>
                <a:latin typeface="Arimo"/>
                <a:ea typeface="Arimo"/>
                <a:cs typeface="Arimo"/>
                <a:sym typeface="Arimo"/>
              </a:rPr>
              <a:t>Its values are vital to drug discovery and other chemical research.</a:t>
            </a:r>
            <a:endParaRPr sz="1600">
              <a:solidFill>
                <a:schemeClr val="dk1"/>
              </a:solidFill>
              <a:latin typeface="Arimo"/>
              <a:ea typeface="Arimo"/>
              <a:cs typeface="Arimo"/>
              <a:sym typeface="Arimo"/>
            </a:endParaRPr>
          </a:p>
          <a:p>
            <a:pPr indent="-330200" lvl="0" marL="457200" rtl="0" algn="l">
              <a:lnSpc>
                <a:spcPct val="120000"/>
              </a:lnSpc>
              <a:spcBef>
                <a:spcPts val="0"/>
              </a:spcBef>
              <a:spcAft>
                <a:spcPts val="0"/>
              </a:spcAft>
              <a:buClr>
                <a:schemeClr val="dk1"/>
              </a:buClr>
              <a:buSzPts val="1600"/>
              <a:buFont typeface="Arimo"/>
              <a:buChar char="❏"/>
            </a:pPr>
            <a:r>
              <a:rPr lang="en" sz="1600">
                <a:solidFill>
                  <a:schemeClr val="dk1"/>
                </a:solidFill>
                <a:latin typeface="Arimo"/>
                <a:ea typeface="Arimo"/>
                <a:cs typeface="Arimo"/>
                <a:sym typeface="Arimo"/>
              </a:rPr>
              <a:t>Models used: </a:t>
            </a:r>
            <a:endParaRPr sz="1600">
              <a:solidFill>
                <a:schemeClr val="dk1"/>
              </a:solidFill>
              <a:latin typeface="Arimo"/>
              <a:ea typeface="Arimo"/>
              <a:cs typeface="Arimo"/>
              <a:sym typeface="Arimo"/>
            </a:endParaRPr>
          </a:p>
          <a:p>
            <a:pPr indent="-330200" lvl="1" marL="914400" rtl="0" algn="l">
              <a:lnSpc>
                <a:spcPct val="120000"/>
              </a:lnSpc>
              <a:spcBef>
                <a:spcPts val="0"/>
              </a:spcBef>
              <a:spcAft>
                <a:spcPts val="0"/>
              </a:spcAft>
              <a:buClr>
                <a:schemeClr val="dk1"/>
              </a:buClr>
              <a:buSzPts val="1600"/>
              <a:buFont typeface="Arimo"/>
              <a:buChar char="❏"/>
            </a:pPr>
            <a:r>
              <a:rPr lang="en" sz="1600">
                <a:solidFill>
                  <a:schemeClr val="dk1"/>
                </a:solidFill>
                <a:highlight>
                  <a:schemeClr val="dk2"/>
                </a:highlight>
                <a:latin typeface="Arimo"/>
                <a:ea typeface="Arimo"/>
                <a:cs typeface="Arimo"/>
                <a:sym typeface="Arimo"/>
              </a:rPr>
              <a:t>Support Vector Machine (R2 = 0.92)</a:t>
            </a:r>
            <a:endParaRPr sz="1600">
              <a:solidFill>
                <a:schemeClr val="dk1"/>
              </a:solidFill>
              <a:highlight>
                <a:schemeClr val="dk2"/>
              </a:highlight>
              <a:latin typeface="Arimo"/>
              <a:ea typeface="Arimo"/>
              <a:cs typeface="Arimo"/>
              <a:sym typeface="Arimo"/>
            </a:endParaRPr>
          </a:p>
          <a:p>
            <a:pPr indent="-330200" lvl="1" marL="914400" rtl="0" algn="l">
              <a:lnSpc>
                <a:spcPct val="120000"/>
              </a:lnSpc>
              <a:spcBef>
                <a:spcPts val="0"/>
              </a:spcBef>
              <a:spcAft>
                <a:spcPts val="0"/>
              </a:spcAft>
              <a:buClr>
                <a:schemeClr val="dk1"/>
              </a:buClr>
              <a:buSzPts val="1600"/>
              <a:buFont typeface="Arimo"/>
              <a:buChar char="❏"/>
            </a:pPr>
            <a:r>
              <a:rPr lang="en" sz="1600">
                <a:solidFill>
                  <a:schemeClr val="dk1"/>
                </a:solidFill>
                <a:latin typeface="Arimo"/>
                <a:ea typeface="Arimo"/>
                <a:cs typeface="Arimo"/>
                <a:sym typeface="Arimo"/>
              </a:rPr>
              <a:t>Radial Basis Function Neural Network (R2 = 0.90)</a:t>
            </a:r>
            <a:endParaRPr sz="1600">
              <a:solidFill>
                <a:schemeClr val="dk1"/>
              </a:solidFill>
              <a:latin typeface="Arimo"/>
              <a:ea typeface="Arimo"/>
              <a:cs typeface="Arimo"/>
              <a:sym typeface="Arimo"/>
            </a:endParaRPr>
          </a:p>
          <a:p>
            <a:pPr indent="-330200" lvl="1" marL="914400" rtl="0" algn="l">
              <a:lnSpc>
                <a:spcPct val="120000"/>
              </a:lnSpc>
              <a:spcBef>
                <a:spcPts val="0"/>
              </a:spcBef>
              <a:spcAft>
                <a:spcPts val="0"/>
              </a:spcAft>
              <a:buClr>
                <a:schemeClr val="dk1"/>
              </a:buClr>
              <a:buSzPts val="1600"/>
              <a:buFont typeface="Arimo"/>
              <a:buChar char="❏"/>
            </a:pPr>
            <a:r>
              <a:rPr lang="en" sz="1600">
                <a:solidFill>
                  <a:schemeClr val="dk1"/>
                </a:solidFill>
                <a:latin typeface="Arimo"/>
                <a:ea typeface="Arimo"/>
                <a:cs typeface="Arimo"/>
                <a:sym typeface="Arimo"/>
              </a:rPr>
              <a:t>Multiple Linear Regression (R2 =0.88)</a:t>
            </a:r>
            <a:endParaRPr sz="1600">
              <a:solidFill>
                <a:schemeClr val="dk1"/>
              </a:solidFill>
              <a:latin typeface="Arimo"/>
              <a:ea typeface="Arimo"/>
              <a:cs typeface="Arimo"/>
              <a:sym typeface="Arimo"/>
            </a:endParaRPr>
          </a:p>
          <a:p>
            <a:pPr indent="0" lvl="0" marL="0" rtl="0" algn="l">
              <a:lnSpc>
                <a:spcPct val="120000"/>
              </a:lnSpc>
              <a:spcBef>
                <a:spcPts val="0"/>
              </a:spcBef>
              <a:spcAft>
                <a:spcPts val="0"/>
              </a:spcAft>
              <a:buNone/>
            </a:pPr>
            <a:r>
              <a:t/>
            </a:r>
            <a:endParaRPr sz="1600">
              <a:solidFill>
                <a:schemeClr val="dk1"/>
              </a:solidFill>
              <a:latin typeface="Arimo"/>
              <a:ea typeface="Arimo"/>
              <a:cs typeface="Arimo"/>
              <a:sym typeface="Arimo"/>
            </a:endParaRPr>
          </a:p>
          <a:p>
            <a:pPr indent="0" lvl="0" marL="0" rtl="0" algn="l">
              <a:lnSpc>
                <a:spcPct val="115000"/>
              </a:lnSpc>
              <a:spcBef>
                <a:spcPts val="0"/>
              </a:spcBef>
              <a:spcAft>
                <a:spcPts val="0"/>
              </a:spcAft>
              <a:buNone/>
            </a:pPr>
            <a:r>
              <a:t/>
            </a:r>
            <a:endParaRPr sz="1600">
              <a:solidFill>
                <a:schemeClr val="dk1"/>
              </a:solidFill>
            </a:endParaRPr>
          </a:p>
          <a:p>
            <a:pPr indent="0" lvl="0" marL="914400" rtl="0" algn="l">
              <a:lnSpc>
                <a:spcPct val="100000"/>
              </a:lnSpc>
              <a:spcBef>
                <a:spcPts val="0"/>
              </a:spcBef>
              <a:spcAft>
                <a:spcPts val="0"/>
              </a:spcAft>
              <a:buNone/>
            </a:pPr>
            <a:r>
              <a:t/>
            </a:r>
            <a:endParaRPr sz="16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7"/>
          <p:cNvSpPr txBox="1"/>
          <p:nvPr>
            <p:ph type="title"/>
          </p:nvPr>
        </p:nvSpPr>
        <p:spPr>
          <a:xfrm>
            <a:off x="339000" y="5394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project</a:t>
            </a:r>
            <a:endParaRPr/>
          </a:p>
        </p:txBody>
      </p:sp>
      <p:sp>
        <p:nvSpPr>
          <p:cNvPr id="240" name="Google Shape;240;p37"/>
          <p:cNvSpPr txBox="1"/>
          <p:nvPr/>
        </p:nvSpPr>
        <p:spPr>
          <a:xfrm>
            <a:off x="542550" y="3292523"/>
            <a:ext cx="1389900" cy="4062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600">
                <a:latin typeface="Sora"/>
                <a:ea typeface="Sora"/>
                <a:cs typeface="Sora"/>
                <a:sym typeface="Sora"/>
              </a:rPr>
              <a:t>Data Loading</a:t>
            </a:r>
            <a:endParaRPr b="1" sz="1600">
              <a:solidFill>
                <a:srgbClr val="000000"/>
              </a:solidFill>
              <a:latin typeface="Sora"/>
              <a:ea typeface="Sora"/>
              <a:cs typeface="Sora"/>
              <a:sym typeface="Sora"/>
            </a:endParaRPr>
          </a:p>
        </p:txBody>
      </p:sp>
      <p:sp>
        <p:nvSpPr>
          <p:cNvPr id="241" name="Google Shape;241;p37"/>
          <p:cNvSpPr txBox="1"/>
          <p:nvPr/>
        </p:nvSpPr>
        <p:spPr>
          <a:xfrm>
            <a:off x="2108275" y="3241225"/>
            <a:ext cx="1819500" cy="5727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600">
                <a:solidFill>
                  <a:schemeClr val="dk1"/>
                </a:solidFill>
                <a:latin typeface="Sora"/>
                <a:ea typeface="Sora"/>
                <a:cs typeface="Sora"/>
                <a:sym typeface="Sora"/>
              </a:rPr>
              <a:t>Data Visualization &amp; Pre-processing</a:t>
            </a:r>
            <a:endParaRPr b="1" sz="1600">
              <a:solidFill>
                <a:srgbClr val="000000"/>
              </a:solidFill>
              <a:latin typeface="Sora"/>
              <a:ea typeface="Sora"/>
              <a:cs typeface="Sora"/>
              <a:sym typeface="Sora"/>
            </a:endParaRPr>
          </a:p>
        </p:txBody>
      </p:sp>
      <p:sp>
        <p:nvSpPr>
          <p:cNvPr id="242" name="Google Shape;242;p37"/>
          <p:cNvSpPr txBox="1"/>
          <p:nvPr/>
        </p:nvSpPr>
        <p:spPr>
          <a:xfrm>
            <a:off x="7338900" y="3292523"/>
            <a:ext cx="1389900" cy="4062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600">
                <a:solidFill>
                  <a:schemeClr val="dk1"/>
                </a:solidFill>
                <a:latin typeface="Sora"/>
                <a:ea typeface="Sora"/>
                <a:cs typeface="Sora"/>
                <a:sym typeface="Sora"/>
              </a:rPr>
              <a:t>Re-run the Models</a:t>
            </a:r>
            <a:endParaRPr b="1" sz="1600">
              <a:solidFill>
                <a:srgbClr val="000000"/>
              </a:solidFill>
              <a:latin typeface="Sora"/>
              <a:ea typeface="Sora"/>
              <a:cs typeface="Sora"/>
              <a:sym typeface="Sora"/>
            </a:endParaRPr>
          </a:p>
        </p:txBody>
      </p:sp>
      <p:sp>
        <p:nvSpPr>
          <p:cNvPr id="243" name="Google Shape;243;p37"/>
          <p:cNvSpPr txBox="1"/>
          <p:nvPr/>
        </p:nvSpPr>
        <p:spPr>
          <a:xfrm>
            <a:off x="5773150" y="3063925"/>
            <a:ext cx="1389900" cy="9843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600">
                <a:solidFill>
                  <a:schemeClr val="dk1"/>
                </a:solidFill>
                <a:latin typeface="Sora"/>
                <a:ea typeface="Sora"/>
                <a:cs typeface="Sora"/>
                <a:sym typeface="Sora"/>
              </a:rPr>
              <a:t>Hyperparameter Tuning</a:t>
            </a:r>
            <a:endParaRPr b="1" sz="1600">
              <a:solidFill>
                <a:srgbClr val="000000"/>
              </a:solidFill>
              <a:latin typeface="Sora"/>
              <a:ea typeface="Sora"/>
              <a:cs typeface="Sora"/>
              <a:sym typeface="Sora"/>
            </a:endParaRPr>
          </a:p>
        </p:txBody>
      </p:sp>
      <p:sp>
        <p:nvSpPr>
          <p:cNvPr id="244" name="Google Shape;244;p37"/>
          <p:cNvSpPr/>
          <p:nvPr/>
        </p:nvSpPr>
        <p:spPr>
          <a:xfrm>
            <a:off x="542538" y="1829495"/>
            <a:ext cx="906600" cy="906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300">
                <a:solidFill>
                  <a:schemeClr val="lt1"/>
                </a:solidFill>
                <a:latin typeface="Impact"/>
                <a:ea typeface="Impact"/>
                <a:cs typeface="Impact"/>
                <a:sym typeface="Impact"/>
              </a:rPr>
              <a:t>1</a:t>
            </a:r>
            <a:endParaRPr sz="3300">
              <a:solidFill>
                <a:schemeClr val="lt1"/>
              </a:solidFill>
              <a:latin typeface="Impact"/>
              <a:ea typeface="Impact"/>
              <a:cs typeface="Impact"/>
              <a:sym typeface="Impact"/>
            </a:endParaRPr>
          </a:p>
        </p:txBody>
      </p:sp>
      <p:sp>
        <p:nvSpPr>
          <p:cNvPr id="245" name="Google Shape;245;p37"/>
          <p:cNvSpPr/>
          <p:nvPr/>
        </p:nvSpPr>
        <p:spPr>
          <a:xfrm>
            <a:off x="2108288" y="1829495"/>
            <a:ext cx="906600" cy="906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3300">
                <a:solidFill>
                  <a:schemeClr val="lt1"/>
                </a:solidFill>
                <a:latin typeface="Impact"/>
                <a:ea typeface="Impact"/>
                <a:cs typeface="Impact"/>
                <a:sym typeface="Impact"/>
              </a:rPr>
              <a:t>2</a:t>
            </a:r>
            <a:endParaRPr/>
          </a:p>
        </p:txBody>
      </p:sp>
      <p:sp>
        <p:nvSpPr>
          <p:cNvPr id="246" name="Google Shape;246;p37"/>
          <p:cNvSpPr/>
          <p:nvPr/>
        </p:nvSpPr>
        <p:spPr>
          <a:xfrm>
            <a:off x="5773188" y="1829495"/>
            <a:ext cx="906600" cy="906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3300">
                <a:solidFill>
                  <a:schemeClr val="lt1"/>
                </a:solidFill>
                <a:latin typeface="Impact"/>
                <a:ea typeface="Impact"/>
                <a:cs typeface="Impact"/>
                <a:sym typeface="Impact"/>
              </a:rPr>
              <a:t>4</a:t>
            </a:r>
            <a:endParaRPr/>
          </a:p>
        </p:txBody>
      </p:sp>
      <p:sp>
        <p:nvSpPr>
          <p:cNvPr id="247" name="Google Shape;247;p37"/>
          <p:cNvSpPr/>
          <p:nvPr/>
        </p:nvSpPr>
        <p:spPr>
          <a:xfrm>
            <a:off x="7338938" y="1829495"/>
            <a:ext cx="906600" cy="906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3300">
                <a:solidFill>
                  <a:schemeClr val="lt1"/>
                </a:solidFill>
                <a:latin typeface="Impact"/>
                <a:ea typeface="Impact"/>
                <a:cs typeface="Impact"/>
                <a:sym typeface="Impact"/>
              </a:rPr>
              <a:t>5</a:t>
            </a:r>
            <a:endParaRPr/>
          </a:p>
        </p:txBody>
      </p:sp>
      <p:cxnSp>
        <p:nvCxnSpPr>
          <p:cNvPr id="248" name="Google Shape;248;p37"/>
          <p:cNvCxnSpPr>
            <a:stCxn id="244" idx="2"/>
            <a:endCxn id="240" idx="1"/>
          </p:cNvCxnSpPr>
          <p:nvPr/>
        </p:nvCxnSpPr>
        <p:spPr>
          <a:xfrm>
            <a:off x="542538" y="2282795"/>
            <a:ext cx="600" cy="1212900"/>
          </a:xfrm>
          <a:prstGeom prst="bentConnector3">
            <a:avLst>
              <a:gd fmla="val -15927083" name="adj1"/>
            </a:avLst>
          </a:prstGeom>
          <a:noFill/>
          <a:ln cap="flat" cmpd="sng" w="9525">
            <a:solidFill>
              <a:schemeClr val="dk1"/>
            </a:solidFill>
            <a:prstDash val="solid"/>
            <a:round/>
            <a:headEnd len="med" w="med" type="none"/>
            <a:tailEnd len="med" w="med" type="none"/>
          </a:ln>
        </p:spPr>
      </p:cxnSp>
      <p:cxnSp>
        <p:nvCxnSpPr>
          <p:cNvPr id="249" name="Google Shape;249;p37"/>
          <p:cNvCxnSpPr>
            <a:stCxn id="245" idx="2"/>
            <a:endCxn id="241" idx="1"/>
          </p:cNvCxnSpPr>
          <p:nvPr/>
        </p:nvCxnSpPr>
        <p:spPr>
          <a:xfrm>
            <a:off x="2108288" y="2282795"/>
            <a:ext cx="600" cy="1244700"/>
          </a:xfrm>
          <a:prstGeom prst="bentConnector3">
            <a:avLst>
              <a:gd fmla="val -13314583" name="adj1"/>
            </a:avLst>
          </a:prstGeom>
          <a:noFill/>
          <a:ln cap="flat" cmpd="sng" w="9525">
            <a:solidFill>
              <a:schemeClr val="dk1"/>
            </a:solidFill>
            <a:prstDash val="solid"/>
            <a:round/>
            <a:headEnd len="med" w="med" type="none"/>
            <a:tailEnd len="med" w="med" type="none"/>
          </a:ln>
        </p:spPr>
      </p:cxnSp>
      <p:cxnSp>
        <p:nvCxnSpPr>
          <p:cNvPr id="250" name="Google Shape;250;p37"/>
          <p:cNvCxnSpPr>
            <a:stCxn id="246" idx="2"/>
            <a:endCxn id="243" idx="1"/>
          </p:cNvCxnSpPr>
          <p:nvPr/>
        </p:nvCxnSpPr>
        <p:spPr>
          <a:xfrm>
            <a:off x="5773188" y="2282795"/>
            <a:ext cx="600" cy="1273200"/>
          </a:xfrm>
          <a:prstGeom prst="bentConnector3">
            <a:avLst>
              <a:gd fmla="val -15102083" name="adj1"/>
            </a:avLst>
          </a:prstGeom>
          <a:noFill/>
          <a:ln cap="flat" cmpd="sng" w="9525">
            <a:solidFill>
              <a:schemeClr val="dk1"/>
            </a:solidFill>
            <a:prstDash val="solid"/>
            <a:round/>
            <a:headEnd len="med" w="med" type="none"/>
            <a:tailEnd len="med" w="med" type="none"/>
          </a:ln>
        </p:spPr>
      </p:cxnSp>
      <p:cxnSp>
        <p:nvCxnSpPr>
          <p:cNvPr id="251" name="Google Shape;251;p37"/>
          <p:cNvCxnSpPr>
            <a:stCxn id="247" idx="2"/>
            <a:endCxn id="242" idx="1"/>
          </p:cNvCxnSpPr>
          <p:nvPr/>
        </p:nvCxnSpPr>
        <p:spPr>
          <a:xfrm>
            <a:off x="7338938" y="2282795"/>
            <a:ext cx="600" cy="1212900"/>
          </a:xfrm>
          <a:prstGeom prst="bentConnector3">
            <a:avLst>
              <a:gd fmla="val -15043750" name="adj1"/>
            </a:avLst>
          </a:prstGeom>
          <a:noFill/>
          <a:ln cap="flat" cmpd="sng" w="9525">
            <a:solidFill>
              <a:schemeClr val="dk1"/>
            </a:solidFill>
            <a:prstDash val="solid"/>
            <a:round/>
            <a:headEnd len="med" w="med" type="none"/>
            <a:tailEnd len="med" w="med" type="none"/>
          </a:ln>
        </p:spPr>
      </p:cxnSp>
      <p:sp>
        <p:nvSpPr>
          <p:cNvPr id="252" name="Google Shape;252;p37"/>
          <p:cNvSpPr txBox="1"/>
          <p:nvPr/>
        </p:nvSpPr>
        <p:spPr>
          <a:xfrm>
            <a:off x="4131225" y="3368725"/>
            <a:ext cx="2131500" cy="4062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600">
                <a:solidFill>
                  <a:schemeClr val="dk1"/>
                </a:solidFill>
                <a:latin typeface="Sora"/>
                <a:ea typeface="Sora"/>
                <a:cs typeface="Sora"/>
                <a:sym typeface="Sora"/>
              </a:rPr>
              <a:t>Training the Models</a:t>
            </a:r>
            <a:endParaRPr b="1" sz="1600">
              <a:solidFill>
                <a:srgbClr val="000000"/>
              </a:solidFill>
              <a:latin typeface="Sora"/>
              <a:ea typeface="Sora"/>
              <a:cs typeface="Sora"/>
              <a:sym typeface="Sora"/>
            </a:endParaRPr>
          </a:p>
        </p:txBody>
      </p:sp>
      <p:sp>
        <p:nvSpPr>
          <p:cNvPr id="253" name="Google Shape;253;p37"/>
          <p:cNvSpPr/>
          <p:nvPr/>
        </p:nvSpPr>
        <p:spPr>
          <a:xfrm>
            <a:off x="4055038" y="1829495"/>
            <a:ext cx="906600" cy="906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3300">
                <a:solidFill>
                  <a:schemeClr val="lt1"/>
                </a:solidFill>
                <a:latin typeface="Impact"/>
                <a:ea typeface="Impact"/>
                <a:cs typeface="Impact"/>
                <a:sym typeface="Impact"/>
              </a:rPr>
              <a:t>3</a:t>
            </a:r>
            <a:endParaRPr/>
          </a:p>
        </p:txBody>
      </p:sp>
      <p:cxnSp>
        <p:nvCxnSpPr>
          <p:cNvPr id="254" name="Google Shape;254;p37"/>
          <p:cNvCxnSpPr>
            <a:stCxn id="253" idx="2"/>
            <a:endCxn id="252" idx="1"/>
          </p:cNvCxnSpPr>
          <p:nvPr/>
        </p:nvCxnSpPr>
        <p:spPr>
          <a:xfrm>
            <a:off x="4055038" y="2282795"/>
            <a:ext cx="76200" cy="1289100"/>
          </a:xfrm>
          <a:prstGeom prst="bentConnector3">
            <a:avLst>
              <a:gd fmla="val -101427" name="adj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pic>
        <p:nvPicPr>
          <p:cNvPr id="259" name="Google Shape;259;p38"/>
          <p:cNvPicPr preferRelativeResize="0"/>
          <p:nvPr/>
        </p:nvPicPr>
        <p:blipFill rotWithShape="1">
          <a:blip r:embed="rId3">
            <a:alphaModFix/>
          </a:blip>
          <a:srcRect b="7089" l="0" r="14741" t="0"/>
          <a:stretch/>
        </p:blipFill>
        <p:spPr>
          <a:xfrm>
            <a:off x="3479400" y="194000"/>
            <a:ext cx="4529175" cy="4311399"/>
          </a:xfrm>
          <a:prstGeom prst="rect">
            <a:avLst/>
          </a:prstGeom>
          <a:noFill/>
          <a:ln>
            <a:noFill/>
          </a:ln>
        </p:spPr>
      </p:pic>
      <p:sp>
        <p:nvSpPr>
          <p:cNvPr id="260" name="Google Shape;260;p38"/>
          <p:cNvSpPr txBox="1"/>
          <p:nvPr>
            <p:ph type="title"/>
          </p:nvPr>
        </p:nvSpPr>
        <p:spPr>
          <a:xfrm>
            <a:off x="516400" y="193988"/>
            <a:ext cx="3858900" cy="709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Data Loading</a:t>
            </a:r>
            <a:endParaRPr/>
          </a:p>
        </p:txBody>
      </p:sp>
      <p:sp>
        <p:nvSpPr>
          <p:cNvPr id="261" name="Google Shape;261;p38"/>
          <p:cNvSpPr/>
          <p:nvPr/>
        </p:nvSpPr>
        <p:spPr>
          <a:xfrm>
            <a:off x="0" y="4621775"/>
            <a:ext cx="9144000" cy="527700"/>
          </a:xfrm>
          <a:prstGeom prst="rect">
            <a:avLst/>
          </a:prstGeom>
          <a:solidFill>
            <a:srgbClr val="001D75">
              <a:alpha val="804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38"/>
          <p:cNvSpPr txBox="1"/>
          <p:nvPr/>
        </p:nvSpPr>
        <p:spPr>
          <a:xfrm>
            <a:off x="516400" y="1350650"/>
            <a:ext cx="2210100" cy="923400"/>
          </a:xfrm>
          <a:prstGeom prst="rect">
            <a:avLst/>
          </a:prstGeom>
          <a:noFill/>
          <a:ln>
            <a:noFill/>
          </a:ln>
        </p:spPr>
        <p:txBody>
          <a:bodyPr anchorCtr="0" anchor="t" bIns="91425" lIns="91425" spcFirstLastPara="1" rIns="91425" wrap="square" tIns="91425">
            <a:spAutoFit/>
          </a:bodyPr>
          <a:lstStyle/>
          <a:p>
            <a:pPr indent="-330200" lvl="0" marL="457200" rtl="0" algn="l">
              <a:lnSpc>
                <a:spcPct val="200000"/>
              </a:lnSpc>
              <a:spcBef>
                <a:spcPts val="0"/>
              </a:spcBef>
              <a:spcAft>
                <a:spcPts val="0"/>
              </a:spcAft>
              <a:buSzPts val="1600"/>
              <a:buFont typeface="Arimo"/>
              <a:buChar char="❏"/>
            </a:pPr>
            <a:r>
              <a:rPr lang="en" sz="1600">
                <a:latin typeface="Arimo"/>
                <a:ea typeface="Arimo"/>
                <a:cs typeface="Arimo"/>
                <a:sym typeface="Arimo"/>
              </a:rPr>
              <a:t>Rows: 14610 </a:t>
            </a:r>
            <a:endParaRPr sz="1600">
              <a:latin typeface="Arimo"/>
              <a:ea typeface="Arimo"/>
              <a:cs typeface="Arimo"/>
              <a:sym typeface="Arimo"/>
            </a:endParaRPr>
          </a:p>
          <a:p>
            <a:pPr indent="-330200" lvl="0" marL="457200" rtl="0" algn="l">
              <a:lnSpc>
                <a:spcPct val="200000"/>
              </a:lnSpc>
              <a:spcBef>
                <a:spcPts val="0"/>
              </a:spcBef>
              <a:spcAft>
                <a:spcPts val="0"/>
              </a:spcAft>
              <a:buSzPts val="1600"/>
              <a:buFont typeface="Arimo"/>
              <a:buChar char="❏"/>
            </a:pPr>
            <a:r>
              <a:rPr lang="en" sz="1600">
                <a:latin typeface="Arimo"/>
                <a:ea typeface="Arimo"/>
                <a:cs typeface="Arimo"/>
                <a:sym typeface="Arimo"/>
              </a:rPr>
              <a:t>Columns: 2 </a:t>
            </a:r>
            <a:endParaRPr sz="1600">
              <a:latin typeface="Arimo"/>
              <a:ea typeface="Arimo"/>
              <a:cs typeface="Arimo"/>
              <a:sym typeface="Arim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9"/>
          <p:cNvSpPr txBox="1"/>
          <p:nvPr>
            <p:ph type="title"/>
          </p:nvPr>
        </p:nvSpPr>
        <p:spPr>
          <a:xfrm>
            <a:off x="720000" y="3108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Visualization </a:t>
            </a:r>
            <a:endParaRPr/>
          </a:p>
        </p:txBody>
      </p:sp>
      <p:pic>
        <p:nvPicPr>
          <p:cNvPr id="268" name="Google Shape;268;p39"/>
          <p:cNvPicPr preferRelativeResize="0"/>
          <p:nvPr/>
        </p:nvPicPr>
        <p:blipFill rotWithShape="1">
          <a:blip r:embed="rId3">
            <a:alphaModFix/>
          </a:blip>
          <a:srcRect b="0" l="0" r="0" t="21377"/>
          <a:stretch/>
        </p:blipFill>
        <p:spPr>
          <a:xfrm>
            <a:off x="644925" y="1473975"/>
            <a:ext cx="5369100" cy="3009750"/>
          </a:xfrm>
          <a:prstGeom prst="rect">
            <a:avLst/>
          </a:prstGeom>
          <a:noFill/>
          <a:ln>
            <a:noFill/>
          </a:ln>
        </p:spPr>
      </p:pic>
      <p:sp>
        <p:nvSpPr>
          <p:cNvPr id="269" name="Google Shape;269;p39"/>
          <p:cNvSpPr txBox="1"/>
          <p:nvPr/>
        </p:nvSpPr>
        <p:spPr>
          <a:xfrm>
            <a:off x="799525" y="1151525"/>
            <a:ext cx="3208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latin typeface="Sora"/>
                <a:ea typeface="Sora"/>
                <a:cs typeface="Sora"/>
                <a:sym typeface="Sora"/>
              </a:rPr>
              <a:t>Distribution of Log P values</a:t>
            </a:r>
            <a:endParaRPr b="1" sz="1600">
              <a:latin typeface="Sora"/>
              <a:ea typeface="Sora"/>
              <a:cs typeface="Sora"/>
              <a:sym typeface="Sora"/>
            </a:endParaRPr>
          </a:p>
        </p:txBody>
      </p:sp>
      <p:sp>
        <p:nvSpPr>
          <p:cNvPr id="270" name="Google Shape;270;p39"/>
          <p:cNvSpPr txBox="1"/>
          <p:nvPr/>
        </p:nvSpPr>
        <p:spPr>
          <a:xfrm>
            <a:off x="5535900" y="1827100"/>
            <a:ext cx="3461400" cy="1877700"/>
          </a:xfrm>
          <a:prstGeom prst="rect">
            <a:avLst/>
          </a:prstGeom>
          <a:noFill/>
          <a:ln>
            <a:noFill/>
          </a:ln>
        </p:spPr>
        <p:txBody>
          <a:bodyPr anchorCtr="0" anchor="t" bIns="91425" lIns="91425" spcFirstLastPara="1" rIns="91425" wrap="square" tIns="91425">
            <a:spAutoFit/>
          </a:bodyPr>
          <a:lstStyle/>
          <a:p>
            <a:pPr indent="-355600" lvl="0" marL="457200" rtl="0" algn="l">
              <a:lnSpc>
                <a:spcPct val="150000"/>
              </a:lnSpc>
              <a:spcBef>
                <a:spcPts val="0"/>
              </a:spcBef>
              <a:spcAft>
                <a:spcPts val="0"/>
              </a:spcAft>
              <a:buSzPts val="2000"/>
              <a:buFont typeface="Arimo"/>
              <a:buChar char="❏"/>
            </a:pPr>
            <a:r>
              <a:rPr lang="en" sz="2000">
                <a:latin typeface="Arimo"/>
                <a:ea typeface="Arimo"/>
                <a:cs typeface="Arimo"/>
                <a:sym typeface="Arimo"/>
              </a:rPr>
              <a:t>Follows </a:t>
            </a:r>
            <a:r>
              <a:rPr lang="en" sz="2000">
                <a:solidFill>
                  <a:schemeClr val="dk1"/>
                </a:solidFill>
                <a:latin typeface="Arimo"/>
                <a:ea typeface="Arimo"/>
                <a:cs typeface="Arimo"/>
                <a:sym typeface="Arimo"/>
              </a:rPr>
              <a:t>a </a:t>
            </a:r>
            <a:r>
              <a:rPr b="1" lang="en" sz="2000">
                <a:solidFill>
                  <a:schemeClr val="dk1"/>
                </a:solidFill>
                <a:highlight>
                  <a:schemeClr val="dk2"/>
                </a:highlight>
                <a:latin typeface="Arimo"/>
                <a:ea typeface="Arimo"/>
                <a:cs typeface="Arimo"/>
                <a:sym typeface="Arimo"/>
              </a:rPr>
              <a:t>normal</a:t>
            </a:r>
            <a:r>
              <a:rPr lang="en" sz="2000">
                <a:latin typeface="Arimo"/>
                <a:ea typeface="Arimo"/>
                <a:cs typeface="Arimo"/>
                <a:sym typeface="Arimo"/>
              </a:rPr>
              <a:t> distribution</a:t>
            </a:r>
            <a:endParaRPr sz="2000">
              <a:latin typeface="Arimo"/>
              <a:ea typeface="Arimo"/>
              <a:cs typeface="Arimo"/>
              <a:sym typeface="Arimo"/>
            </a:endParaRPr>
          </a:p>
          <a:p>
            <a:pPr indent="-355600" lvl="1" marL="914400" rtl="0" algn="l">
              <a:lnSpc>
                <a:spcPct val="150000"/>
              </a:lnSpc>
              <a:spcBef>
                <a:spcPts val="0"/>
              </a:spcBef>
              <a:spcAft>
                <a:spcPts val="0"/>
              </a:spcAft>
              <a:buSzPts val="2000"/>
              <a:buFont typeface="Arimo"/>
              <a:buChar char="❏"/>
            </a:pPr>
            <a:r>
              <a:rPr lang="en" sz="2000">
                <a:latin typeface="Arimo"/>
                <a:ea typeface="Arimo"/>
                <a:cs typeface="Arimo"/>
                <a:sym typeface="Arimo"/>
              </a:rPr>
              <a:t>Unimodal </a:t>
            </a:r>
            <a:endParaRPr sz="2000">
              <a:latin typeface="Arimo"/>
              <a:ea typeface="Arimo"/>
              <a:cs typeface="Arimo"/>
              <a:sym typeface="Arimo"/>
            </a:endParaRPr>
          </a:p>
          <a:p>
            <a:pPr indent="-355600" lvl="1" marL="914400" rtl="0" algn="l">
              <a:lnSpc>
                <a:spcPct val="150000"/>
              </a:lnSpc>
              <a:spcBef>
                <a:spcPts val="0"/>
              </a:spcBef>
              <a:spcAft>
                <a:spcPts val="0"/>
              </a:spcAft>
              <a:buSzPts val="2000"/>
              <a:buFont typeface="Arimo"/>
              <a:buChar char="❏"/>
            </a:pPr>
            <a:r>
              <a:rPr lang="en" sz="2000">
                <a:latin typeface="Arimo"/>
                <a:ea typeface="Arimo"/>
                <a:cs typeface="Arimo"/>
                <a:sym typeface="Arimo"/>
              </a:rPr>
              <a:t>Not skewed</a:t>
            </a:r>
            <a:endParaRPr sz="2000">
              <a:latin typeface="Arimo"/>
              <a:ea typeface="Arimo"/>
              <a:cs typeface="Arimo"/>
              <a:sym typeface="Arim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pic>
        <p:nvPicPr>
          <p:cNvPr id="275" name="Google Shape;275;p40"/>
          <p:cNvPicPr preferRelativeResize="0"/>
          <p:nvPr/>
        </p:nvPicPr>
        <p:blipFill>
          <a:blip r:embed="rId3">
            <a:alphaModFix/>
          </a:blip>
          <a:stretch>
            <a:fillRect/>
          </a:stretch>
        </p:blipFill>
        <p:spPr>
          <a:xfrm>
            <a:off x="0" y="1775647"/>
            <a:ext cx="9143999" cy="1592207"/>
          </a:xfrm>
          <a:prstGeom prst="rect">
            <a:avLst/>
          </a:prstGeom>
          <a:noFill/>
          <a:ln>
            <a:noFill/>
          </a:ln>
        </p:spPr>
      </p:pic>
      <p:sp>
        <p:nvSpPr>
          <p:cNvPr id="276" name="Google Shape;276;p40"/>
          <p:cNvSpPr txBox="1"/>
          <p:nvPr>
            <p:ph type="title"/>
          </p:nvPr>
        </p:nvSpPr>
        <p:spPr>
          <a:xfrm>
            <a:off x="458900" y="4612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Generation </a:t>
            </a:r>
            <a:r>
              <a:rPr lang="en"/>
              <a:t>of descriptors</a:t>
            </a:r>
            <a:endParaRPr/>
          </a:p>
        </p:txBody>
      </p:sp>
      <p:sp>
        <p:nvSpPr>
          <p:cNvPr id="277" name="Google Shape;277;p40"/>
          <p:cNvSpPr/>
          <p:nvPr/>
        </p:nvSpPr>
        <p:spPr>
          <a:xfrm>
            <a:off x="6248600" y="1737000"/>
            <a:ext cx="2895300" cy="16695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1"/>
          <p:cNvSpPr txBox="1"/>
          <p:nvPr>
            <p:ph type="title"/>
          </p:nvPr>
        </p:nvSpPr>
        <p:spPr>
          <a:xfrm>
            <a:off x="308850" y="29755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Selection of descriptors</a:t>
            </a:r>
            <a:endParaRPr/>
          </a:p>
        </p:txBody>
      </p:sp>
      <p:sp>
        <p:nvSpPr>
          <p:cNvPr id="283" name="Google Shape;283;p41"/>
          <p:cNvSpPr/>
          <p:nvPr/>
        </p:nvSpPr>
        <p:spPr>
          <a:xfrm>
            <a:off x="0" y="1189877"/>
            <a:ext cx="2726700" cy="669000"/>
          </a:xfrm>
          <a:prstGeom prst="homePlat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oboto"/>
                <a:ea typeface="Roboto"/>
                <a:cs typeface="Roboto"/>
                <a:sym typeface="Roboto"/>
              </a:rPr>
              <a:t>Create a dataframe</a:t>
            </a:r>
            <a:endParaRPr>
              <a:solidFill>
                <a:srgbClr val="FFFFFF"/>
              </a:solidFill>
              <a:latin typeface="Roboto"/>
              <a:ea typeface="Roboto"/>
              <a:cs typeface="Roboto"/>
              <a:sym typeface="Roboto"/>
            </a:endParaRPr>
          </a:p>
        </p:txBody>
      </p:sp>
      <p:sp>
        <p:nvSpPr>
          <p:cNvPr id="284" name="Google Shape;284;p41"/>
          <p:cNvSpPr txBox="1"/>
          <p:nvPr/>
        </p:nvSpPr>
        <p:spPr>
          <a:xfrm>
            <a:off x="2512202" y="2057125"/>
            <a:ext cx="1905000" cy="261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200">
              <a:latin typeface="Roboto"/>
              <a:ea typeface="Roboto"/>
              <a:cs typeface="Roboto"/>
              <a:sym typeface="Roboto"/>
            </a:endParaRPr>
          </a:p>
        </p:txBody>
      </p:sp>
      <p:pic>
        <p:nvPicPr>
          <p:cNvPr id="285" name="Google Shape;285;p41"/>
          <p:cNvPicPr preferRelativeResize="0"/>
          <p:nvPr/>
        </p:nvPicPr>
        <p:blipFill>
          <a:blip r:embed="rId3">
            <a:alphaModFix/>
          </a:blip>
          <a:stretch>
            <a:fillRect/>
          </a:stretch>
        </p:blipFill>
        <p:spPr>
          <a:xfrm>
            <a:off x="886825" y="1858875"/>
            <a:ext cx="7207351" cy="27098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2"/>
          <p:cNvSpPr txBox="1"/>
          <p:nvPr>
            <p:ph type="title"/>
          </p:nvPr>
        </p:nvSpPr>
        <p:spPr>
          <a:xfrm>
            <a:off x="308850" y="29755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Selection of descriptors</a:t>
            </a:r>
            <a:endParaRPr/>
          </a:p>
        </p:txBody>
      </p:sp>
      <p:sp>
        <p:nvSpPr>
          <p:cNvPr id="291" name="Google Shape;291;p42"/>
          <p:cNvSpPr/>
          <p:nvPr/>
        </p:nvSpPr>
        <p:spPr>
          <a:xfrm>
            <a:off x="0" y="1189877"/>
            <a:ext cx="2726700" cy="669000"/>
          </a:xfrm>
          <a:prstGeom prst="homePlat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oboto"/>
                <a:ea typeface="Roboto"/>
                <a:cs typeface="Roboto"/>
                <a:sym typeface="Roboto"/>
              </a:rPr>
              <a:t>Create a dataframe</a:t>
            </a:r>
            <a:endParaRPr>
              <a:solidFill>
                <a:srgbClr val="FFFFFF"/>
              </a:solidFill>
              <a:latin typeface="Roboto"/>
              <a:ea typeface="Roboto"/>
              <a:cs typeface="Roboto"/>
              <a:sym typeface="Roboto"/>
            </a:endParaRPr>
          </a:p>
        </p:txBody>
      </p:sp>
      <p:grpSp>
        <p:nvGrpSpPr>
          <p:cNvPr id="292" name="Google Shape;292;p42"/>
          <p:cNvGrpSpPr/>
          <p:nvPr/>
        </p:nvGrpSpPr>
        <p:grpSpPr>
          <a:xfrm>
            <a:off x="2263425" y="1189775"/>
            <a:ext cx="2541300" cy="3483050"/>
            <a:chOff x="2263425" y="1189775"/>
            <a:chExt cx="2541300" cy="3483050"/>
          </a:xfrm>
        </p:grpSpPr>
        <p:sp>
          <p:nvSpPr>
            <p:cNvPr id="293" name="Google Shape;293;p42"/>
            <p:cNvSpPr/>
            <p:nvPr/>
          </p:nvSpPr>
          <p:spPr>
            <a:xfrm>
              <a:off x="2263425" y="1189775"/>
              <a:ext cx="2541300" cy="669000"/>
            </a:xfrm>
            <a:prstGeom prst="chevron">
              <a:avLst>
                <a:gd fmla="val 50000" name="adj"/>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oboto"/>
                  <a:ea typeface="Roboto"/>
                  <a:cs typeface="Roboto"/>
                  <a:sym typeface="Roboto"/>
                </a:rPr>
                <a:t>Drop null values</a:t>
              </a:r>
              <a:endParaRPr>
                <a:solidFill>
                  <a:srgbClr val="FFFFFF"/>
                </a:solidFill>
                <a:latin typeface="Roboto"/>
                <a:ea typeface="Roboto"/>
                <a:cs typeface="Roboto"/>
                <a:sym typeface="Roboto"/>
              </a:endParaRPr>
            </a:p>
          </p:txBody>
        </p:sp>
        <p:sp>
          <p:nvSpPr>
            <p:cNvPr id="294" name="Google Shape;294;p42"/>
            <p:cNvSpPr txBox="1"/>
            <p:nvPr/>
          </p:nvSpPr>
          <p:spPr>
            <a:xfrm>
              <a:off x="2512202" y="2057125"/>
              <a:ext cx="1905000" cy="261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200">
                <a:latin typeface="Roboto"/>
                <a:ea typeface="Roboto"/>
                <a:cs typeface="Roboto"/>
                <a:sym typeface="Roboto"/>
              </a:endParaRPr>
            </a:p>
          </p:txBody>
        </p:sp>
      </p:grpSp>
      <p:grpSp>
        <p:nvGrpSpPr>
          <p:cNvPr id="295" name="Google Shape;295;p42"/>
          <p:cNvGrpSpPr/>
          <p:nvPr/>
        </p:nvGrpSpPr>
        <p:grpSpPr>
          <a:xfrm>
            <a:off x="2263425" y="1189775"/>
            <a:ext cx="2541300" cy="3483050"/>
            <a:chOff x="2263425" y="1189775"/>
            <a:chExt cx="2541300" cy="3483050"/>
          </a:xfrm>
        </p:grpSpPr>
        <p:sp>
          <p:nvSpPr>
            <p:cNvPr id="296" name="Google Shape;296;p42"/>
            <p:cNvSpPr/>
            <p:nvPr/>
          </p:nvSpPr>
          <p:spPr>
            <a:xfrm>
              <a:off x="2263425" y="1189775"/>
              <a:ext cx="2541300" cy="669000"/>
            </a:xfrm>
            <a:prstGeom prst="chevron">
              <a:avLst>
                <a:gd fmla="val 50000" name="adj"/>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oboto"/>
                  <a:ea typeface="Roboto"/>
                  <a:cs typeface="Roboto"/>
                  <a:sym typeface="Roboto"/>
                </a:rPr>
                <a:t>Drop null values</a:t>
              </a:r>
              <a:endParaRPr>
                <a:solidFill>
                  <a:srgbClr val="FFFFFF"/>
                </a:solidFill>
                <a:latin typeface="Roboto"/>
                <a:ea typeface="Roboto"/>
                <a:cs typeface="Roboto"/>
                <a:sym typeface="Roboto"/>
              </a:endParaRPr>
            </a:p>
          </p:txBody>
        </p:sp>
        <p:sp>
          <p:nvSpPr>
            <p:cNvPr id="297" name="Google Shape;297;p42"/>
            <p:cNvSpPr txBox="1"/>
            <p:nvPr/>
          </p:nvSpPr>
          <p:spPr>
            <a:xfrm>
              <a:off x="2512202" y="2057125"/>
              <a:ext cx="1905000" cy="261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200">
                <a:latin typeface="Roboto"/>
                <a:ea typeface="Roboto"/>
                <a:cs typeface="Roboto"/>
                <a:sym typeface="Roboto"/>
              </a:endParaRPr>
            </a:p>
          </p:txBody>
        </p:sp>
      </p:grpSp>
      <p:pic>
        <p:nvPicPr>
          <p:cNvPr id="298" name="Google Shape;298;p42"/>
          <p:cNvPicPr preferRelativeResize="0"/>
          <p:nvPr/>
        </p:nvPicPr>
        <p:blipFill rotWithShape="1">
          <a:blip r:embed="rId3">
            <a:alphaModFix/>
          </a:blip>
          <a:srcRect b="0" l="0" r="0" t="0"/>
          <a:stretch/>
        </p:blipFill>
        <p:spPr>
          <a:xfrm>
            <a:off x="1084125" y="1956350"/>
            <a:ext cx="6975748" cy="2622924"/>
          </a:xfrm>
          <a:prstGeom prst="rect">
            <a:avLst/>
          </a:prstGeom>
          <a:noFill/>
          <a:ln>
            <a:noFill/>
          </a:ln>
        </p:spPr>
      </p:pic>
      <p:sp>
        <p:nvSpPr>
          <p:cNvPr id="299" name="Google Shape;299;p42"/>
          <p:cNvSpPr/>
          <p:nvPr/>
        </p:nvSpPr>
        <p:spPr>
          <a:xfrm>
            <a:off x="1084125" y="4352200"/>
            <a:ext cx="1350600" cy="2037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3"/>
          <p:cNvSpPr txBox="1"/>
          <p:nvPr>
            <p:ph type="title"/>
          </p:nvPr>
        </p:nvSpPr>
        <p:spPr>
          <a:xfrm>
            <a:off x="308850" y="29755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Selection of descriptors</a:t>
            </a:r>
            <a:endParaRPr/>
          </a:p>
        </p:txBody>
      </p:sp>
      <p:sp>
        <p:nvSpPr>
          <p:cNvPr id="305" name="Google Shape;305;p43"/>
          <p:cNvSpPr/>
          <p:nvPr/>
        </p:nvSpPr>
        <p:spPr>
          <a:xfrm>
            <a:off x="0" y="1189877"/>
            <a:ext cx="2726700" cy="669000"/>
          </a:xfrm>
          <a:prstGeom prst="homePlat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lt1"/>
                </a:solidFill>
                <a:latin typeface="Roboto"/>
                <a:ea typeface="Roboto"/>
                <a:cs typeface="Roboto"/>
                <a:sym typeface="Roboto"/>
              </a:rPr>
              <a:t>Create a dataframe</a:t>
            </a:r>
            <a:endParaRPr>
              <a:solidFill>
                <a:srgbClr val="FFFFFF"/>
              </a:solidFill>
              <a:latin typeface="Roboto"/>
              <a:ea typeface="Roboto"/>
              <a:cs typeface="Roboto"/>
              <a:sym typeface="Roboto"/>
            </a:endParaRPr>
          </a:p>
        </p:txBody>
      </p:sp>
      <p:grpSp>
        <p:nvGrpSpPr>
          <p:cNvPr id="306" name="Google Shape;306;p43"/>
          <p:cNvGrpSpPr/>
          <p:nvPr/>
        </p:nvGrpSpPr>
        <p:grpSpPr>
          <a:xfrm>
            <a:off x="2263425" y="1189775"/>
            <a:ext cx="2541300" cy="3483050"/>
            <a:chOff x="2263425" y="1189775"/>
            <a:chExt cx="2541300" cy="3483050"/>
          </a:xfrm>
        </p:grpSpPr>
        <p:sp>
          <p:nvSpPr>
            <p:cNvPr id="307" name="Google Shape;307;p43"/>
            <p:cNvSpPr/>
            <p:nvPr/>
          </p:nvSpPr>
          <p:spPr>
            <a:xfrm>
              <a:off x="2263425" y="1189775"/>
              <a:ext cx="2541300" cy="669000"/>
            </a:xfrm>
            <a:prstGeom prst="chevron">
              <a:avLst>
                <a:gd fmla="val 50000" name="adj"/>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lt1"/>
                  </a:solidFill>
                  <a:latin typeface="Roboto"/>
                  <a:ea typeface="Roboto"/>
                  <a:cs typeface="Roboto"/>
                  <a:sym typeface="Roboto"/>
                </a:rPr>
                <a:t>Drop null values </a:t>
              </a:r>
              <a:endParaRPr>
                <a:solidFill>
                  <a:srgbClr val="FFFFFF"/>
                </a:solidFill>
                <a:latin typeface="Roboto"/>
                <a:ea typeface="Roboto"/>
                <a:cs typeface="Roboto"/>
                <a:sym typeface="Roboto"/>
              </a:endParaRPr>
            </a:p>
          </p:txBody>
        </p:sp>
        <p:sp>
          <p:nvSpPr>
            <p:cNvPr id="308" name="Google Shape;308;p43"/>
            <p:cNvSpPr txBox="1"/>
            <p:nvPr/>
          </p:nvSpPr>
          <p:spPr>
            <a:xfrm>
              <a:off x="2512202" y="2057125"/>
              <a:ext cx="1905000" cy="261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200">
                <a:latin typeface="Roboto"/>
                <a:ea typeface="Roboto"/>
                <a:cs typeface="Roboto"/>
                <a:sym typeface="Roboto"/>
              </a:endParaRPr>
            </a:p>
          </p:txBody>
        </p:sp>
      </p:grpSp>
      <p:sp>
        <p:nvSpPr>
          <p:cNvPr id="309" name="Google Shape;309;p43"/>
          <p:cNvSpPr/>
          <p:nvPr/>
        </p:nvSpPr>
        <p:spPr>
          <a:xfrm>
            <a:off x="4329974" y="1189775"/>
            <a:ext cx="2541300" cy="669000"/>
          </a:xfrm>
          <a:prstGeom prst="chevron">
            <a:avLst>
              <a:gd fmla="val 50000" name="adj"/>
            </a:avLst>
          </a:prstGeom>
          <a:solidFill>
            <a:srgbClr val="6D9EEB"/>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lt1"/>
                </a:solidFill>
                <a:latin typeface="Roboto"/>
                <a:ea typeface="Roboto"/>
                <a:cs typeface="Roboto"/>
                <a:sym typeface="Roboto"/>
              </a:rPr>
              <a:t>Select descriptors for model</a:t>
            </a:r>
            <a:endParaRPr>
              <a:solidFill>
                <a:srgbClr val="FFFFFF"/>
              </a:solidFill>
              <a:latin typeface="Roboto"/>
              <a:ea typeface="Roboto"/>
              <a:cs typeface="Roboto"/>
              <a:sym typeface="Roboto"/>
            </a:endParaRPr>
          </a:p>
        </p:txBody>
      </p:sp>
      <p:sp>
        <p:nvSpPr>
          <p:cNvPr id="310" name="Google Shape;310;p43"/>
          <p:cNvSpPr txBox="1"/>
          <p:nvPr/>
        </p:nvSpPr>
        <p:spPr>
          <a:xfrm>
            <a:off x="6207675" y="2057125"/>
            <a:ext cx="2612100" cy="23607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Clr>
                <a:schemeClr val="dk1"/>
              </a:buClr>
              <a:buSzPts val="1300"/>
              <a:buFont typeface="Arimo"/>
              <a:buChar char="❏"/>
            </a:pPr>
            <a:r>
              <a:rPr lang="en" sz="1300">
                <a:solidFill>
                  <a:schemeClr val="dk1"/>
                </a:solidFill>
                <a:latin typeface="Arimo"/>
                <a:ea typeface="Arimo"/>
                <a:cs typeface="Arimo"/>
                <a:sym typeface="Arimo"/>
              </a:rPr>
              <a:t>Initial: Threshold (correlation coefficient) was set to +/- 0.8</a:t>
            </a:r>
            <a:endParaRPr sz="1300">
              <a:solidFill>
                <a:schemeClr val="dk1"/>
              </a:solidFill>
              <a:latin typeface="Arimo"/>
              <a:ea typeface="Arimo"/>
              <a:cs typeface="Arimo"/>
              <a:sym typeface="Arimo"/>
            </a:endParaRPr>
          </a:p>
          <a:p>
            <a:pPr indent="-311150" lvl="0" marL="457200" rtl="0" algn="l">
              <a:lnSpc>
                <a:spcPct val="115000"/>
              </a:lnSpc>
              <a:spcBef>
                <a:spcPts val="0"/>
              </a:spcBef>
              <a:spcAft>
                <a:spcPts val="0"/>
              </a:spcAft>
              <a:buClr>
                <a:schemeClr val="dk1"/>
              </a:buClr>
              <a:buSzPts val="1300"/>
              <a:buFont typeface="Arimo"/>
              <a:buChar char="❏"/>
            </a:pPr>
            <a:r>
              <a:rPr lang="en" sz="1300">
                <a:solidFill>
                  <a:schemeClr val="dk1"/>
                </a:solidFill>
                <a:latin typeface="Arimo"/>
                <a:ea typeface="Arimo"/>
                <a:cs typeface="Arimo"/>
                <a:sym typeface="Arimo"/>
              </a:rPr>
              <a:t>Accuracy was low, poor prediction</a:t>
            </a:r>
            <a:endParaRPr sz="1300">
              <a:solidFill>
                <a:schemeClr val="dk1"/>
              </a:solidFill>
              <a:latin typeface="Arimo"/>
              <a:ea typeface="Arimo"/>
              <a:cs typeface="Arimo"/>
              <a:sym typeface="Arimo"/>
            </a:endParaRPr>
          </a:p>
          <a:p>
            <a:pPr indent="-311150" lvl="0" marL="457200" rtl="0" algn="l">
              <a:lnSpc>
                <a:spcPct val="115000"/>
              </a:lnSpc>
              <a:spcBef>
                <a:spcPts val="0"/>
              </a:spcBef>
              <a:spcAft>
                <a:spcPts val="0"/>
              </a:spcAft>
              <a:buClr>
                <a:schemeClr val="dk1"/>
              </a:buClr>
              <a:buSzPts val="1300"/>
              <a:buFont typeface="Arimo"/>
              <a:buChar char="❏"/>
            </a:pPr>
            <a:r>
              <a:rPr lang="en" sz="1300">
                <a:solidFill>
                  <a:schemeClr val="dk1"/>
                </a:solidFill>
                <a:latin typeface="Arimo"/>
                <a:ea typeface="Arimo"/>
                <a:cs typeface="Arimo"/>
                <a:sym typeface="Arimo"/>
              </a:rPr>
              <a:t>Threshold was set to be +/- 0.25</a:t>
            </a:r>
            <a:endParaRPr sz="1100">
              <a:latin typeface="Roboto"/>
              <a:ea typeface="Roboto"/>
              <a:cs typeface="Roboto"/>
              <a:sym typeface="Roboto"/>
            </a:endParaRPr>
          </a:p>
        </p:txBody>
      </p:sp>
      <p:pic>
        <p:nvPicPr>
          <p:cNvPr id="311" name="Google Shape;311;p43"/>
          <p:cNvPicPr preferRelativeResize="0"/>
          <p:nvPr/>
        </p:nvPicPr>
        <p:blipFill>
          <a:blip r:embed="rId3">
            <a:alphaModFix/>
          </a:blip>
          <a:stretch>
            <a:fillRect/>
          </a:stretch>
        </p:blipFill>
        <p:spPr>
          <a:xfrm>
            <a:off x="0" y="2096750"/>
            <a:ext cx="6250626" cy="21729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4"/>
          <p:cNvSpPr txBox="1"/>
          <p:nvPr>
            <p:ph type="title"/>
          </p:nvPr>
        </p:nvSpPr>
        <p:spPr>
          <a:xfrm>
            <a:off x="265550" y="154575"/>
            <a:ext cx="315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Correlation Plot</a:t>
            </a:r>
            <a:endParaRPr/>
          </a:p>
        </p:txBody>
      </p:sp>
      <p:pic>
        <p:nvPicPr>
          <p:cNvPr id="317" name="Google Shape;317;p44"/>
          <p:cNvPicPr preferRelativeResize="0"/>
          <p:nvPr/>
        </p:nvPicPr>
        <p:blipFill>
          <a:blip r:embed="rId3">
            <a:alphaModFix/>
          </a:blip>
          <a:stretch>
            <a:fillRect/>
          </a:stretch>
        </p:blipFill>
        <p:spPr>
          <a:xfrm>
            <a:off x="2868450" y="50775"/>
            <a:ext cx="6086400" cy="4541250"/>
          </a:xfrm>
          <a:prstGeom prst="rect">
            <a:avLst/>
          </a:prstGeom>
          <a:noFill/>
          <a:ln>
            <a:noFill/>
          </a:ln>
        </p:spPr>
      </p:pic>
      <p:sp>
        <p:nvSpPr>
          <p:cNvPr id="318" name="Google Shape;318;p44"/>
          <p:cNvSpPr/>
          <p:nvPr/>
        </p:nvSpPr>
        <p:spPr>
          <a:xfrm>
            <a:off x="2837800" y="89850"/>
            <a:ext cx="578400" cy="40794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44"/>
          <p:cNvSpPr txBox="1"/>
          <p:nvPr/>
        </p:nvSpPr>
        <p:spPr>
          <a:xfrm>
            <a:off x="578875" y="2098200"/>
            <a:ext cx="13779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latin typeface="Arimo"/>
                <a:ea typeface="Arimo"/>
                <a:cs typeface="Arimo"/>
                <a:sym typeface="Arimo"/>
              </a:rPr>
              <a:t>46 features</a:t>
            </a:r>
            <a:endParaRPr sz="2100">
              <a:latin typeface="Open Sans"/>
              <a:ea typeface="Open Sans"/>
              <a:cs typeface="Open Sans"/>
              <a:sym typeface="Open Sans"/>
            </a:endParaRPr>
          </a:p>
        </p:txBody>
      </p:sp>
      <p:sp>
        <p:nvSpPr>
          <p:cNvPr id="320" name="Google Shape;320;p44"/>
          <p:cNvSpPr/>
          <p:nvPr/>
        </p:nvSpPr>
        <p:spPr>
          <a:xfrm>
            <a:off x="2041100" y="2146050"/>
            <a:ext cx="578400" cy="350700"/>
          </a:xfrm>
          <a:prstGeom prst="leftArrow">
            <a:avLst>
              <a:gd fmla="val 5000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45"/>
          <p:cNvSpPr txBox="1"/>
          <p:nvPr>
            <p:ph type="title"/>
          </p:nvPr>
        </p:nvSpPr>
        <p:spPr>
          <a:xfrm>
            <a:off x="432775" y="55307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Dataset for training the models</a:t>
            </a:r>
            <a:endParaRPr/>
          </a:p>
        </p:txBody>
      </p:sp>
      <p:sp>
        <p:nvSpPr>
          <p:cNvPr id="326" name="Google Shape;326;p45"/>
          <p:cNvSpPr txBox="1"/>
          <p:nvPr>
            <p:ph idx="2" type="title"/>
          </p:nvPr>
        </p:nvSpPr>
        <p:spPr>
          <a:xfrm>
            <a:off x="719925" y="1834500"/>
            <a:ext cx="2269500" cy="406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Dataset</a:t>
            </a:r>
            <a:endParaRPr/>
          </a:p>
        </p:txBody>
      </p:sp>
      <p:sp>
        <p:nvSpPr>
          <p:cNvPr id="327" name="Google Shape;327;p45"/>
          <p:cNvSpPr txBox="1"/>
          <p:nvPr>
            <p:ph idx="1" type="subTitle"/>
          </p:nvPr>
        </p:nvSpPr>
        <p:spPr>
          <a:xfrm>
            <a:off x="719925" y="2153125"/>
            <a:ext cx="2269500" cy="869400"/>
          </a:xfrm>
          <a:prstGeom prst="rect">
            <a:avLst/>
          </a:prstGeom>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Clr>
                <a:schemeClr val="dk1"/>
              </a:buClr>
              <a:buSzPts val="1600"/>
              <a:buFont typeface="Arimo"/>
              <a:buChar char="❏"/>
            </a:pPr>
            <a:r>
              <a:rPr lang="en" sz="1600">
                <a:latin typeface="Arimo"/>
                <a:ea typeface="Arimo"/>
                <a:cs typeface="Arimo"/>
                <a:sym typeface="Arimo"/>
              </a:rPr>
              <a:t>X: 46 features </a:t>
            </a:r>
            <a:endParaRPr sz="1600">
              <a:latin typeface="Arimo"/>
              <a:ea typeface="Arimo"/>
              <a:cs typeface="Arimo"/>
              <a:sym typeface="Arimo"/>
            </a:endParaRPr>
          </a:p>
          <a:p>
            <a:pPr indent="-330200" lvl="0" marL="457200" rtl="0" algn="l">
              <a:lnSpc>
                <a:spcPct val="115000"/>
              </a:lnSpc>
              <a:spcBef>
                <a:spcPts val="0"/>
              </a:spcBef>
              <a:spcAft>
                <a:spcPts val="0"/>
              </a:spcAft>
              <a:buClr>
                <a:schemeClr val="dk1"/>
              </a:buClr>
              <a:buSzPts val="1600"/>
              <a:buFont typeface="Arimo"/>
              <a:buChar char="❏"/>
            </a:pPr>
            <a:r>
              <a:rPr lang="en" sz="1600">
                <a:latin typeface="Arimo"/>
                <a:ea typeface="Arimo"/>
                <a:cs typeface="Arimo"/>
                <a:sym typeface="Arimo"/>
              </a:rPr>
              <a:t>Y: Log P </a:t>
            </a:r>
            <a:endParaRPr sz="1600">
              <a:latin typeface="Arimo"/>
              <a:ea typeface="Arimo"/>
              <a:cs typeface="Arimo"/>
              <a:sym typeface="Arimo"/>
            </a:endParaRPr>
          </a:p>
        </p:txBody>
      </p:sp>
      <p:sp>
        <p:nvSpPr>
          <p:cNvPr id="328" name="Google Shape;328;p45"/>
          <p:cNvSpPr txBox="1"/>
          <p:nvPr>
            <p:ph idx="3" type="title"/>
          </p:nvPr>
        </p:nvSpPr>
        <p:spPr>
          <a:xfrm>
            <a:off x="2853600" y="1834500"/>
            <a:ext cx="3005400" cy="406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Data Pre-processing</a:t>
            </a:r>
            <a:endParaRPr/>
          </a:p>
        </p:txBody>
      </p:sp>
      <p:sp>
        <p:nvSpPr>
          <p:cNvPr id="329" name="Google Shape;329;p45"/>
          <p:cNvSpPr txBox="1"/>
          <p:nvPr>
            <p:ph idx="4" type="subTitle"/>
          </p:nvPr>
        </p:nvSpPr>
        <p:spPr>
          <a:xfrm>
            <a:off x="2918800" y="2164500"/>
            <a:ext cx="2731800" cy="1144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latin typeface="Arimo"/>
                <a:ea typeface="Arimo"/>
                <a:cs typeface="Arimo"/>
                <a:sym typeface="Arimo"/>
              </a:rPr>
              <a:t>Training features (X) were pre-processed to zero mean and unit variance</a:t>
            </a:r>
            <a:endParaRPr sz="1600">
              <a:latin typeface="Arimo"/>
              <a:ea typeface="Arimo"/>
              <a:cs typeface="Arimo"/>
              <a:sym typeface="Arimo"/>
            </a:endParaRPr>
          </a:p>
        </p:txBody>
      </p:sp>
      <p:sp>
        <p:nvSpPr>
          <p:cNvPr id="330" name="Google Shape;330;p45"/>
          <p:cNvSpPr txBox="1"/>
          <p:nvPr>
            <p:ph idx="5" type="title"/>
          </p:nvPr>
        </p:nvSpPr>
        <p:spPr>
          <a:xfrm>
            <a:off x="6154576" y="1834500"/>
            <a:ext cx="2269500" cy="406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Split Data</a:t>
            </a:r>
            <a:endParaRPr/>
          </a:p>
        </p:txBody>
      </p:sp>
      <p:sp>
        <p:nvSpPr>
          <p:cNvPr id="331" name="Google Shape;331;p45"/>
          <p:cNvSpPr txBox="1"/>
          <p:nvPr>
            <p:ph idx="6" type="subTitle"/>
          </p:nvPr>
        </p:nvSpPr>
        <p:spPr>
          <a:xfrm>
            <a:off x="6154575" y="2153125"/>
            <a:ext cx="2269500" cy="869400"/>
          </a:xfrm>
          <a:prstGeom prst="rect">
            <a:avLst/>
          </a:prstGeom>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Clr>
                <a:schemeClr val="dk1"/>
              </a:buClr>
              <a:buSzPts val="1600"/>
              <a:buFont typeface="Arimo"/>
              <a:buChar char="❏"/>
            </a:pPr>
            <a:r>
              <a:rPr lang="en" sz="1600">
                <a:latin typeface="Arimo"/>
                <a:ea typeface="Arimo"/>
                <a:cs typeface="Arimo"/>
                <a:sym typeface="Arimo"/>
              </a:rPr>
              <a:t>Train: 10746 </a:t>
            </a:r>
            <a:endParaRPr sz="1600">
              <a:latin typeface="Arimo"/>
              <a:ea typeface="Arimo"/>
              <a:cs typeface="Arimo"/>
              <a:sym typeface="Arimo"/>
            </a:endParaRPr>
          </a:p>
          <a:p>
            <a:pPr indent="-330200" lvl="0" marL="457200" rtl="0" algn="l">
              <a:lnSpc>
                <a:spcPct val="115000"/>
              </a:lnSpc>
              <a:spcBef>
                <a:spcPts val="0"/>
              </a:spcBef>
              <a:spcAft>
                <a:spcPts val="0"/>
              </a:spcAft>
              <a:buClr>
                <a:schemeClr val="dk1"/>
              </a:buClr>
              <a:buSzPts val="1600"/>
              <a:buFont typeface="Arimo"/>
              <a:buChar char="❏"/>
            </a:pPr>
            <a:r>
              <a:rPr lang="en" sz="1600">
                <a:latin typeface="Arimo"/>
                <a:ea typeface="Arimo"/>
                <a:cs typeface="Arimo"/>
                <a:sym typeface="Arimo"/>
              </a:rPr>
              <a:t>Test: 3583</a:t>
            </a:r>
            <a:endParaRPr sz="1600">
              <a:latin typeface="Arimo"/>
              <a:ea typeface="Arimo"/>
              <a:cs typeface="Arimo"/>
              <a:sym typeface="Arim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46"/>
          <p:cNvSpPr txBox="1"/>
          <p:nvPr>
            <p:ph type="title"/>
          </p:nvPr>
        </p:nvSpPr>
        <p:spPr>
          <a:xfrm>
            <a:off x="720000" y="4284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Training the model</a:t>
            </a:r>
            <a:endParaRPr/>
          </a:p>
        </p:txBody>
      </p:sp>
      <p:sp>
        <p:nvSpPr>
          <p:cNvPr id="337" name="Google Shape;337;p46"/>
          <p:cNvSpPr txBox="1"/>
          <p:nvPr>
            <p:ph idx="1" type="body"/>
          </p:nvPr>
        </p:nvSpPr>
        <p:spPr>
          <a:xfrm>
            <a:off x="720000" y="1066877"/>
            <a:ext cx="77040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900">
                <a:latin typeface="Arimo"/>
                <a:ea typeface="Arimo"/>
                <a:cs typeface="Arimo"/>
                <a:sym typeface="Arimo"/>
              </a:rPr>
              <a:t>Models used:</a:t>
            </a:r>
            <a:endParaRPr sz="1900">
              <a:latin typeface="Arimo"/>
              <a:ea typeface="Arimo"/>
              <a:cs typeface="Arimo"/>
              <a:sym typeface="Arimo"/>
            </a:endParaRPr>
          </a:p>
          <a:p>
            <a:pPr indent="-349250" lvl="0" marL="457200" rtl="0" algn="l">
              <a:spcBef>
                <a:spcPts val="0"/>
              </a:spcBef>
              <a:spcAft>
                <a:spcPts val="0"/>
              </a:spcAft>
              <a:buSzPts val="1900"/>
              <a:buFont typeface="Arimo"/>
              <a:buChar char="❏"/>
            </a:pPr>
            <a:r>
              <a:rPr lang="en" sz="1900">
                <a:latin typeface="Arimo"/>
                <a:ea typeface="Arimo"/>
                <a:cs typeface="Arimo"/>
                <a:sym typeface="Arimo"/>
              </a:rPr>
              <a:t>Linear</a:t>
            </a:r>
            <a:endParaRPr sz="1900">
              <a:latin typeface="Arimo"/>
              <a:ea typeface="Arimo"/>
              <a:cs typeface="Arimo"/>
              <a:sym typeface="Arimo"/>
            </a:endParaRPr>
          </a:p>
          <a:p>
            <a:pPr indent="-349250" lvl="0" marL="457200" rtl="0" algn="l">
              <a:spcBef>
                <a:spcPts val="0"/>
              </a:spcBef>
              <a:spcAft>
                <a:spcPts val="0"/>
              </a:spcAft>
              <a:buSzPts val="1900"/>
              <a:buFont typeface="Arimo"/>
              <a:buChar char="❏"/>
            </a:pPr>
            <a:r>
              <a:rPr lang="en" sz="1900">
                <a:latin typeface="Arimo"/>
                <a:ea typeface="Arimo"/>
                <a:cs typeface="Arimo"/>
                <a:sym typeface="Arimo"/>
              </a:rPr>
              <a:t>Ridge, Lasso</a:t>
            </a:r>
            <a:endParaRPr sz="1900">
              <a:latin typeface="Arimo"/>
              <a:ea typeface="Arimo"/>
              <a:cs typeface="Arimo"/>
              <a:sym typeface="Arimo"/>
            </a:endParaRPr>
          </a:p>
          <a:p>
            <a:pPr indent="-349250" lvl="0" marL="457200" rtl="0" algn="l">
              <a:spcBef>
                <a:spcPts val="0"/>
              </a:spcBef>
              <a:spcAft>
                <a:spcPts val="0"/>
              </a:spcAft>
              <a:buSzPts val="1900"/>
              <a:buFont typeface="Arimo"/>
              <a:buChar char="❏"/>
            </a:pPr>
            <a:r>
              <a:rPr lang="en" sz="1900">
                <a:latin typeface="Arimo"/>
                <a:ea typeface="Arimo"/>
                <a:cs typeface="Arimo"/>
                <a:sym typeface="Arimo"/>
              </a:rPr>
              <a:t>Support Vector Regression (SVR)</a:t>
            </a:r>
            <a:endParaRPr sz="1900">
              <a:latin typeface="Arimo"/>
              <a:ea typeface="Arimo"/>
              <a:cs typeface="Arimo"/>
              <a:sym typeface="Arimo"/>
            </a:endParaRPr>
          </a:p>
          <a:p>
            <a:pPr indent="-349250" lvl="0" marL="457200" rtl="0" algn="l">
              <a:spcBef>
                <a:spcPts val="0"/>
              </a:spcBef>
              <a:spcAft>
                <a:spcPts val="0"/>
              </a:spcAft>
              <a:buSzPts val="1900"/>
              <a:buFont typeface="Arimo"/>
              <a:buChar char="❏"/>
            </a:pPr>
            <a:r>
              <a:rPr lang="en" sz="1900">
                <a:latin typeface="Arimo"/>
                <a:ea typeface="Arimo"/>
                <a:cs typeface="Arimo"/>
                <a:sym typeface="Arimo"/>
              </a:rPr>
              <a:t>K-Nearest Neighbors Regression (kNN)</a:t>
            </a:r>
            <a:endParaRPr sz="1900">
              <a:latin typeface="Arimo"/>
              <a:ea typeface="Arimo"/>
              <a:cs typeface="Arimo"/>
              <a:sym typeface="Arimo"/>
            </a:endParaRPr>
          </a:p>
          <a:p>
            <a:pPr indent="-349250" lvl="0" marL="457200" rtl="0" algn="l">
              <a:spcBef>
                <a:spcPts val="0"/>
              </a:spcBef>
              <a:spcAft>
                <a:spcPts val="0"/>
              </a:spcAft>
              <a:buSzPts val="1900"/>
              <a:buFont typeface="Arimo"/>
              <a:buChar char="❏"/>
            </a:pPr>
            <a:r>
              <a:rPr lang="en" sz="1900">
                <a:latin typeface="Arimo"/>
                <a:ea typeface="Arimo"/>
                <a:cs typeface="Arimo"/>
                <a:sym typeface="Arimo"/>
              </a:rPr>
              <a:t>Gradient Boosting</a:t>
            </a:r>
            <a:endParaRPr sz="1900">
              <a:latin typeface="Arimo"/>
              <a:ea typeface="Arimo"/>
              <a:cs typeface="Arimo"/>
              <a:sym typeface="Arimo"/>
            </a:endParaRPr>
          </a:p>
          <a:p>
            <a:pPr indent="-349250" lvl="0" marL="457200" rtl="0" algn="l">
              <a:spcBef>
                <a:spcPts val="0"/>
              </a:spcBef>
              <a:spcAft>
                <a:spcPts val="0"/>
              </a:spcAft>
              <a:buSzPts val="1900"/>
              <a:buFont typeface="Arimo"/>
              <a:buChar char="❏"/>
            </a:pPr>
            <a:r>
              <a:rPr lang="en" sz="1900">
                <a:latin typeface="Arimo"/>
                <a:ea typeface="Arimo"/>
                <a:cs typeface="Arimo"/>
                <a:sym typeface="Arimo"/>
              </a:rPr>
              <a:t>Decision Tree</a:t>
            </a:r>
            <a:endParaRPr sz="1900">
              <a:latin typeface="Arimo"/>
              <a:ea typeface="Arimo"/>
              <a:cs typeface="Arimo"/>
              <a:sym typeface="Arimo"/>
            </a:endParaRPr>
          </a:p>
          <a:p>
            <a:pPr indent="-349250" lvl="0" marL="457200" rtl="0" algn="l">
              <a:spcBef>
                <a:spcPts val="0"/>
              </a:spcBef>
              <a:spcAft>
                <a:spcPts val="0"/>
              </a:spcAft>
              <a:buSzPts val="1900"/>
              <a:buFont typeface="Arimo"/>
              <a:buChar char="❏"/>
            </a:pPr>
            <a:r>
              <a:rPr lang="en" sz="1900">
                <a:latin typeface="Arimo"/>
                <a:ea typeface="Arimo"/>
                <a:cs typeface="Arimo"/>
                <a:sym typeface="Arimo"/>
              </a:rPr>
              <a:t>Random Forest</a:t>
            </a:r>
            <a:endParaRPr sz="1900">
              <a:latin typeface="Arimo"/>
              <a:ea typeface="Arimo"/>
              <a:cs typeface="Arimo"/>
              <a:sym typeface="Arimo"/>
            </a:endParaRPr>
          </a:p>
          <a:p>
            <a:pPr indent="-349250" lvl="0" marL="457200" rtl="0" algn="l">
              <a:spcBef>
                <a:spcPts val="0"/>
              </a:spcBef>
              <a:spcAft>
                <a:spcPts val="0"/>
              </a:spcAft>
              <a:buSzPts val="1900"/>
              <a:buFont typeface="Arimo"/>
              <a:buChar char="❏"/>
            </a:pPr>
            <a:r>
              <a:rPr lang="en" sz="1900">
                <a:latin typeface="Arimo"/>
                <a:ea typeface="Arimo"/>
                <a:cs typeface="Arimo"/>
                <a:sym typeface="Arimo"/>
              </a:rPr>
              <a:t>Simple Neural Network</a:t>
            </a:r>
            <a:endParaRPr sz="1900">
              <a:latin typeface="Arimo"/>
              <a:ea typeface="Arimo"/>
              <a:cs typeface="Arimo"/>
              <a:sym typeface="Arimo"/>
            </a:endParaRPr>
          </a:p>
          <a:p>
            <a:pPr indent="-349250" lvl="0" marL="457200" rtl="0" algn="l">
              <a:spcBef>
                <a:spcPts val="0"/>
              </a:spcBef>
              <a:spcAft>
                <a:spcPts val="0"/>
              </a:spcAft>
              <a:buSzPts val="1900"/>
              <a:buFont typeface="Arimo"/>
              <a:buChar char="❏"/>
            </a:pPr>
            <a:r>
              <a:rPr lang="en" sz="1900">
                <a:latin typeface="Arimo"/>
                <a:ea typeface="Arimo"/>
                <a:cs typeface="Arimo"/>
                <a:sym typeface="Arimo"/>
              </a:rPr>
              <a:t>Radial Basis Function Neural Network (RBFNN)</a:t>
            </a:r>
            <a:endParaRPr sz="1900">
              <a:latin typeface="Arimo"/>
              <a:ea typeface="Arimo"/>
              <a:cs typeface="Arimo"/>
              <a:sym typeface="Arimo"/>
            </a:endParaRPr>
          </a:p>
          <a:p>
            <a:pPr indent="0" lvl="0" marL="0" rtl="0" algn="l">
              <a:spcBef>
                <a:spcPts val="1600"/>
              </a:spcBef>
              <a:spcAft>
                <a:spcPts val="16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7"/>
          <p:cNvSpPr txBox="1"/>
          <p:nvPr>
            <p:ph type="title"/>
          </p:nvPr>
        </p:nvSpPr>
        <p:spPr>
          <a:xfrm>
            <a:off x="720000" y="4284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Training the model</a:t>
            </a:r>
            <a:endParaRPr/>
          </a:p>
        </p:txBody>
      </p:sp>
      <p:sp>
        <p:nvSpPr>
          <p:cNvPr id="343" name="Google Shape;343;p47"/>
          <p:cNvSpPr txBox="1"/>
          <p:nvPr>
            <p:ph idx="1" type="body"/>
          </p:nvPr>
        </p:nvSpPr>
        <p:spPr>
          <a:xfrm>
            <a:off x="720000" y="1066877"/>
            <a:ext cx="77040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900">
                <a:latin typeface="Arimo"/>
                <a:ea typeface="Arimo"/>
                <a:cs typeface="Arimo"/>
                <a:sym typeface="Arimo"/>
              </a:rPr>
              <a:t>Models used:</a:t>
            </a:r>
            <a:endParaRPr sz="1900">
              <a:latin typeface="Arimo"/>
              <a:ea typeface="Arimo"/>
              <a:cs typeface="Arimo"/>
              <a:sym typeface="Arimo"/>
            </a:endParaRPr>
          </a:p>
          <a:p>
            <a:pPr indent="-349250" lvl="0" marL="457200" rtl="0" algn="l">
              <a:spcBef>
                <a:spcPts val="0"/>
              </a:spcBef>
              <a:spcAft>
                <a:spcPts val="0"/>
              </a:spcAft>
              <a:buSzPts val="1900"/>
              <a:buFont typeface="Arimo"/>
              <a:buChar char="❏"/>
            </a:pPr>
            <a:r>
              <a:rPr lang="en" sz="1900">
                <a:latin typeface="Arimo"/>
                <a:ea typeface="Arimo"/>
                <a:cs typeface="Arimo"/>
                <a:sym typeface="Arimo"/>
              </a:rPr>
              <a:t>Linear</a:t>
            </a:r>
            <a:endParaRPr sz="1900">
              <a:latin typeface="Arimo"/>
              <a:ea typeface="Arimo"/>
              <a:cs typeface="Arimo"/>
              <a:sym typeface="Arimo"/>
            </a:endParaRPr>
          </a:p>
          <a:p>
            <a:pPr indent="-349250" lvl="0" marL="457200" rtl="0" algn="l">
              <a:spcBef>
                <a:spcPts val="0"/>
              </a:spcBef>
              <a:spcAft>
                <a:spcPts val="0"/>
              </a:spcAft>
              <a:buSzPts val="1900"/>
              <a:buFont typeface="Arimo"/>
              <a:buChar char="❏"/>
            </a:pPr>
            <a:r>
              <a:rPr lang="en" sz="1900">
                <a:latin typeface="Arimo"/>
                <a:ea typeface="Arimo"/>
                <a:cs typeface="Arimo"/>
                <a:sym typeface="Arimo"/>
              </a:rPr>
              <a:t>Ridge, Lasso</a:t>
            </a:r>
            <a:endParaRPr sz="1900">
              <a:latin typeface="Arimo"/>
              <a:ea typeface="Arimo"/>
              <a:cs typeface="Arimo"/>
              <a:sym typeface="Arimo"/>
            </a:endParaRPr>
          </a:p>
          <a:p>
            <a:pPr indent="-349250" lvl="0" marL="457200" rtl="0" algn="l">
              <a:spcBef>
                <a:spcPts val="0"/>
              </a:spcBef>
              <a:spcAft>
                <a:spcPts val="0"/>
              </a:spcAft>
              <a:buSzPts val="1900"/>
              <a:buFont typeface="Arimo"/>
              <a:buChar char="❏"/>
            </a:pPr>
            <a:r>
              <a:rPr lang="en" sz="1900">
                <a:latin typeface="Arimo"/>
                <a:ea typeface="Arimo"/>
                <a:cs typeface="Arimo"/>
                <a:sym typeface="Arimo"/>
              </a:rPr>
              <a:t>Support Vector Regression (SVR)</a:t>
            </a:r>
            <a:endParaRPr sz="1900">
              <a:latin typeface="Arimo"/>
              <a:ea typeface="Arimo"/>
              <a:cs typeface="Arimo"/>
              <a:sym typeface="Arimo"/>
            </a:endParaRPr>
          </a:p>
          <a:p>
            <a:pPr indent="-349250" lvl="0" marL="457200" rtl="0" algn="l">
              <a:spcBef>
                <a:spcPts val="0"/>
              </a:spcBef>
              <a:spcAft>
                <a:spcPts val="0"/>
              </a:spcAft>
              <a:buSzPts val="1900"/>
              <a:buFont typeface="Arimo"/>
              <a:buChar char="❏"/>
            </a:pPr>
            <a:r>
              <a:rPr lang="en" sz="1900">
                <a:latin typeface="Arimo"/>
                <a:ea typeface="Arimo"/>
                <a:cs typeface="Arimo"/>
                <a:sym typeface="Arimo"/>
              </a:rPr>
              <a:t>K-Nearest Neighbors Regression (kNN)</a:t>
            </a:r>
            <a:endParaRPr sz="1900">
              <a:latin typeface="Arimo"/>
              <a:ea typeface="Arimo"/>
              <a:cs typeface="Arimo"/>
              <a:sym typeface="Arimo"/>
            </a:endParaRPr>
          </a:p>
          <a:p>
            <a:pPr indent="-349250" lvl="0" marL="457200" rtl="0" algn="l">
              <a:spcBef>
                <a:spcPts val="0"/>
              </a:spcBef>
              <a:spcAft>
                <a:spcPts val="0"/>
              </a:spcAft>
              <a:buSzPts val="1900"/>
              <a:buFont typeface="Arimo"/>
              <a:buChar char="❏"/>
            </a:pPr>
            <a:r>
              <a:rPr lang="en" sz="1900">
                <a:latin typeface="Arimo"/>
                <a:ea typeface="Arimo"/>
                <a:cs typeface="Arimo"/>
                <a:sym typeface="Arimo"/>
              </a:rPr>
              <a:t>Gradient Boosting</a:t>
            </a:r>
            <a:endParaRPr sz="1900">
              <a:latin typeface="Arimo"/>
              <a:ea typeface="Arimo"/>
              <a:cs typeface="Arimo"/>
              <a:sym typeface="Arimo"/>
            </a:endParaRPr>
          </a:p>
          <a:p>
            <a:pPr indent="-349250" lvl="0" marL="457200" rtl="0" algn="l">
              <a:spcBef>
                <a:spcPts val="0"/>
              </a:spcBef>
              <a:spcAft>
                <a:spcPts val="0"/>
              </a:spcAft>
              <a:buSzPts val="1900"/>
              <a:buFont typeface="Arimo"/>
              <a:buChar char="❏"/>
            </a:pPr>
            <a:r>
              <a:rPr lang="en" sz="1900">
                <a:latin typeface="Arimo"/>
                <a:ea typeface="Arimo"/>
                <a:cs typeface="Arimo"/>
                <a:sym typeface="Arimo"/>
              </a:rPr>
              <a:t>Decision Tree</a:t>
            </a:r>
            <a:endParaRPr sz="1900">
              <a:latin typeface="Arimo"/>
              <a:ea typeface="Arimo"/>
              <a:cs typeface="Arimo"/>
              <a:sym typeface="Arimo"/>
            </a:endParaRPr>
          </a:p>
          <a:p>
            <a:pPr indent="-349250" lvl="0" marL="457200" rtl="0" algn="l">
              <a:spcBef>
                <a:spcPts val="0"/>
              </a:spcBef>
              <a:spcAft>
                <a:spcPts val="0"/>
              </a:spcAft>
              <a:buSzPts val="1900"/>
              <a:buFont typeface="Arimo"/>
              <a:buChar char="❏"/>
            </a:pPr>
            <a:r>
              <a:rPr lang="en" sz="1900">
                <a:latin typeface="Arimo"/>
                <a:ea typeface="Arimo"/>
                <a:cs typeface="Arimo"/>
                <a:sym typeface="Arimo"/>
              </a:rPr>
              <a:t>Random Forest</a:t>
            </a:r>
            <a:endParaRPr sz="1900">
              <a:latin typeface="Arimo"/>
              <a:ea typeface="Arimo"/>
              <a:cs typeface="Arimo"/>
              <a:sym typeface="Arimo"/>
            </a:endParaRPr>
          </a:p>
          <a:p>
            <a:pPr indent="-349250" lvl="0" marL="457200" rtl="0" algn="l">
              <a:spcBef>
                <a:spcPts val="0"/>
              </a:spcBef>
              <a:spcAft>
                <a:spcPts val="0"/>
              </a:spcAft>
              <a:buSzPts val="1900"/>
              <a:buFont typeface="Arimo"/>
              <a:buChar char="❏"/>
            </a:pPr>
            <a:r>
              <a:rPr lang="en" sz="1900">
                <a:latin typeface="Arimo"/>
                <a:ea typeface="Arimo"/>
                <a:cs typeface="Arimo"/>
                <a:sym typeface="Arimo"/>
              </a:rPr>
              <a:t>Simple Neural Network</a:t>
            </a:r>
            <a:endParaRPr sz="1900">
              <a:latin typeface="Arimo"/>
              <a:ea typeface="Arimo"/>
              <a:cs typeface="Arimo"/>
              <a:sym typeface="Arimo"/>
            </a:endParaRPr>
          </a:p>
          <a:p>
            <a:pPr indent="-349250" lvl="0" marL="457200" rtl="0" algn="l">
              <a:spcBef>
                <a:spcPts val="0"/>
              </a:spcBef>
              <a:spcAft>
                <a:spcPts val="0"/>
              </a:spcAft>
              <a:buSzPts val="1900"/>
              <a:buFont typeface="Arimo"/>
              <a:buChar char="❏"/>
            </a:pPr>
            <a:r>
              <a:rPr lang="en" sz="1900">
                <a:latin typeface="Arimo"/>
                <a:ea typeface="Arimo"/>
                <a:cs typeface="Arimo"/>
                <a:sym typeface="Arimo"/>
              </a:rPr>
              <a:t>Radial Basis Function Neural Network (RBFNN)</a:t>
            </a:r>
            <a:endParaRPr sz="1900">
              <a:latin typeface="Arimo"/>
              <a:ea typeface="Arimo"/>
              <a:cs typeface="Arimo"/>
              <a:sym typeface="Arimo"/>
            </a:endParaRPr>
          </a:p>
          <a:p>
            <a:pPr indent="0" lvl="0" marL="0" rtl="0" algn="l">
              <a:spcBef>
                <a:spcPts val="1600"/>
              </a:spcBef>
              <a:spcAft>
                <a:spcPts val="1600"/>
              </a:spcAft>
              <a:buNone/>
            </a:pPr>
            <a:r>
              <a:t/>
            </a:r>
            <a:endParaRPr/>
          </a:p>
        </p:txBody>
      </p:sp>
      <p:sp>
        <p:nvSpPr>
          <p:cNvPr id="344" name="Google Shape;344;p47"/>
          <p:cNvSpPr/>
          <p:nvPr/>
        </p:nvSpPr>
        <p:spPr>
          <a:xfrm>
            <a:off x="5544525" y="1511925"/>
            <a:ext cx="249000" cy="2079900"/>
          </a:xfrm>
          <a:prstGeom prst="rightBrace">
            <a:avLst>
              <a:gd fmla="val 50000" name="adj1"/>
              <a:gd fmla="val 50001"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47"/>
          <p:cNvSpPr txBox="1"/>
          <p:nvPr/>
        </p:nvSpPr>
        <p:spPr>
          <a:xfrm>
            <a:off x="5955500" y="2351775"/>
            <a:ext cx="2565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Basic </a:t>
            </a:r>
            <a:r>
              <a:rPr lang="en">
                <a:latin typeface="Open Sans"/>
                <a:ea typeface="Open Sans"/>
                <a:cs typeface="Open Sans"/>
                <a:sym typeface="Open Sans"/>
              </a:rPr>
              <a:t>Machine Learning</a:t>
            </a:r>
            <a:endParaRPr>
              <a:latin typeface="Open Sans"/>
              <a:ea typeface="Open Sans"/>
              <a:cs typeface="Open Sans"/>
              <a:sym typeface="Open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8"/>
          <p:cNvSpPr txBox="1"/>
          <p:nvPr>
            <p:ph type="title"/>
          </p:nvPr>
        </p:nvSpPr>
        <p:spPr>
          <a:xfrm>
            <a:off x="720000" y="4284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Training the model</a:t>
            </a:r>
            <a:endParaRPr/>
          </a:p>
        </p:txBody>
      </p:sp>
      <p:sp>
        <p:nvSpPr>
          <p:cNvPr id="351" name="Google Shape;351;p48"/>
          <p:cNvSpPr txBox="1"/>
          <p:nvPr>
            <p:ph idx="1" type="body"/>
          </p:nvPr>
        </p:nvSpPr>
        <p:spPr>
          <a:xfrm>
            <a:off x="720000" y="1066877"/>
            <a:ext cx="77040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900">
                <a:latin typeface="Arimo"/>
                <a:ea typeface="Arimo"/>
                <a:cs typeface="Arimo"/>
                <a:sym typeface="Arimo"/>
              </a:rPr>
              <a:t>Models used:</a:t>
            </a:r>
            <a:endParaRPr sz="1900">
              <a:latin typeface="Arimo"/>
              <a:ea typeface="Arimo"/>
              <a:cs typeface="Arimo"/>
              <a:sym typeface="Arimo"/>
            </a:endParaRPr>
          </a:p>
          <a:p>
            <a:pPr indent="-349250" lvl="0" marL="457200" rtl="0" algn="l">
              <a:spcBef>
                <a:spcPts val="0"/>
              </a:spcBef>
              <a:spcAft>
                <a:spcPts val="0"/>
              </a:spcAft>
              <a:buSzPts val="1900"/>
              <a:buFont typeface="Arimo"/>
              <a:buChar char="❏"/>
            </a:pPr>
            <a:r>
              <a:rPr lang="en" sz="1900">
                <a:latin typeface="Arimo"/>
                <a:ea typeface="Arimo"/>
                <a:cs typeface="Arimo"/>
                <a:sym typeface="Arimo"/>
              </a:rPr>
              <a:t>Linear</a:t>
            </a:r>
            <a:endParaRPr sz="1900">
              <a:latin typeface="Arimo"/>
              <a:ea typeface="Arimo"/>
              <a:cs typeface="Arimo"/>
              <a:sym typeface="Arimo"/>
            </a:endParaRPr>
          </a:p>
          <a:p>
            <a:pPr indent="-349250" lvl="0" marL="457200" rtl="0" algn="l">
              <a:spcBef>
                <a:spcPts val="0"/>
              </a:spcBef>
              <a:spcAft>
                <a:spcPts val="0"/>
              </a:spcAft>
              <a:buSzPts val="1900"/>
              <a:buFont typeface="Arimo"/>
              <a:buChar char="❏"/>
            </a:pPr>
            <a:r>
              <a:rPr lang="en" sz="1900">
                <a:latin typeface="Arimo"/>
                <a:ea typeface="Arimo"/>
                <a:cs typeface="Arimo"/>
                <a:sym typeface="Arimo"/>
              </a:rPr>
              <a:t>Ridge, Lasso</a:t>
            </a:r>
            <a:endParaRPr sz="1900">
              <a:latin typeface="Arimo"/>
              <a:ea typeface="Arimo"/>
              <a:cs typeface="Arimo"/>
              <a:sym typeface="Arimo"/>
            </a:endParaRPr>
          </a:p>
          <a:p>
            <a:pPr indent="-349250" lvl="0" marL="457200" rtl="0" algn="l">
              <a:spcBef>
                <a:spcPts val="0"/>
              </a:spcBef>
              <a:spcAft>
                <a:spcPts val="0"/>
              </a:spcAft>
              <a:buSzPts val="1900"/>
              <a:buFont typeface="Arimo"/>
              <a:buChar char="❏"/>
            </a:pPr>
            <a:r>
              <a:rPr lang="en" sz="1900">
                <a:latin typeface="Arimo"/>
                <a:ea typeface="Arimo"/>
                <a:cs typeface="Arimo"/>
                <a:sym typeface="Arimo"/>
              </a:rPr>
              <a:t>Support Vector Regression (SVR)</a:t>
            </a:r>
            <a:endParaRPr sz="1900">
              <a:latin typeface="Arimo"/>
              <a:ea typeface="Arimo"/>
              <a:cs typeface="Arimo"/>
              <a:sym typeface="Arimo"/>
            </a:endParaRPr>
          </a:p>
          <a:p>
            <a:pPr indent="-349250" lvl="0" marL="457200" rtl="0" algn="l">
              <a:spcBef>
                <a:spcPts val="0"/>
              </a:spcBef>
              <a:spcAft>
                <a:spcPts val="0"/>
              </a:spcAft>
              <a:buSzPts val="1900"/>
              <a:buFont typeface="Arimo"/>
              <a:buChar char="❏"/>
            </a:pPr>
            <a:r>
              <a:rPr lang="en" sz="1900">
                <a:latin typeface="Arimo"/>
                <a:ea typeface="Arimo"/>
                <a:cs typeface="Arimo"/>
                <a:sym typeface="Arimo"/>
              </a:rPr>
              <a:t>K-Nearest Neighbors Regression (kNN)</a:t>
            </a:r>
            <a:endParaRPr sz="1900">
              <a:latin typeface="Arimo"/>
              <a:ea typeface="Arimo"/>
              <a:cs typeface="Arimo"/>
              <a:sym typeface="Arimo"/>
            </a:endParaRPr>
          </a:p>
          <a:p>
            <a:pPr indent="-349250" lvl="0" marL="457200" rtl="0" algn="l">
              <a:spcBef>
                <a:spcPts val="0"/>
              </a:spcBef>
              <a:spcAft>
                <a:spcPts val="0"/>
              </a:spcAft>
              <a:buSzPts val="1900"/>
              <a:buFont typeface="Arimo"/>
              <a:buChar char="❏"/>
            </a:pPr>
            <a:r>
              <a:rPr lang="en" sz="1900">
                <a:latin typeface="Arimo"/>
                <a:ea typeface="Arimo"/>
                <a:cs typeface="Arimo"/>
                <a:sym typeface="Arimo"/>
              </a:rPr>
              <a:t>Gradient Boosting</a:t>
            </a:r>
            <a:endParaRPr sz="1900">
              <a:latin typeface="Arimo"/>
              <a:ea typeface="Arimo"/>
              <a:cs typeface="Arimo"/>
              <a:sym typeface="Arimo"/>
            </a:endParaRPr>
          </a:p>
          <a:p>
            <a:pPr indent="-349250" lvl="0" marL="457200" rtl="0" algn="l">
              <a:spcBef>
                <a:spcPts val="0"/>
              </a:spcBef>
              <a:spcAft>
                <a:spcPts val="0"/>
              </a:spcAft>
              <a:buSzPts val="1900"/>
              <a:buFont typeface="Arimo"/>
              <a:buChar char="❏"/>
            </a:pPr>
            <a:r>
              <a:rPr lang="en" sz="1900">
                <a:latin typeface="Arimo"/>
                <a:ea typeface="Arimo"/>
                <a:cs typeface="Arimo"/>
                <a:sym typeface="Arimo"/>
              </a:rPr>
              <a:t>Decision Tree</a:t>
            </a:r>
            <a:endParaRPr sz="1900">
              <a:latin typeface="Arimo"/>
              <a:ea typeface="Arimo"/>
              <a:cs typeface="Arimo"/>
              <a:sym typeface="Arimo"/>
            </a:endParaRPr>
          </a:p>
          <a:p>
            <a:pPr indent="-349250" lvl="0" marL="457200" rtl="0" algn="l">
              <a:spcBef>
                <a:spcPts val="0"/>
              </a:spcBef>
              <a:spcAft>
                <a:spcPts val="0"/>
              </a:spcAft>
              <a:buSzPts val="1900"/>
              <a:buFont typeface="Arimo"/>
              <a:buChar char="❏"/>
            </a:pPr>
            <a:r>
              <a:rPr lang="en" sz="1900">
                <a:latin typeface="Arimo"/>
                <a:ea typeface="Arimo"/>
                <a:cs typeface="Arimo"/>
                <a:sym typeface="Arimo"/>
              </a:rPr>
              <a:t>Random Forest</a:t>
            </a:r>
            <a:endParaRPr sz="1900">
              <a:latin typeface="Arimo"/>
              <a:ea typeface="Arimo"/>
              <a:cs typeface="Arimo"/>
              <a:sym typeface="Arimo"/>
            </a:endParaRPr>
          </a:p>
          <a:p>
            <a:pPr indent="-349250" lvl="0" marL="457200" rtl="0" algn="l">
              <a:spcBef>
                <a:spcPts val="0"/>
              </a:spcBef>
              <a:spcAft>
                <a:spcPts val="0"/>
              </a:spcAft>
              <a:buSzPts val="1900"/>
              <a:buFont typeface="Arimo"/>
              <a:buChar char="❏"/>
            </a:pPr>
            <a:r>
              <a:rPr lang="en" sz="1900">
                <a:latin typeface="Arimo"/>
                <a:ea typeface="Arimo"/>
                <a:cs typeface="Arimo"/>
                <a:sym typeface="Arimo"/>
              </a:rPr>
              <a:t>Simple Neural Network</a:t>
            </a:r>
            <a:endParaRPr sz="1900">
              <a:latin typeface="Arimo"/>
              <a:ea typeface="Arimo"/>
              <a:cs typeface="Arimo"/>
              <a:sym typeface="Arimo"/>
            </a:endParaRPr>
          </a:p>
          <a:p>
            <a:pPr indent="-349250" lvl="0" marL="457200" rtl="0" algn="l">
              <a:spcBef>
                <a:spcPts val="0"/>
              </a:spcBef>
              <a:spcAft>
                <a:spcPts val="0"/>
              </a:spcAft>
              <a:buSzPts val="1900"/>
              <a:buFont typeface="Arimo"/>
              <a:buChar char="❏"/>
            </a:pPr>
            <a:r>
              <a:rPr lang="en" sz="1900">
                <a:latin typeface="Arimo"/>
                <a:ea typeface="Arimo"/>
                <a:cs typeface="Arimo"/>
                <a:sym typeface="Arimo"/>
              </a:rPr>
              <a:t>Radial Basis Function Neural Network (RBFNN)</a:t>
            </a:r>
            <a:endParaRPr sz="1900">
              <a:latin typeface="Arimo"/>
              <a:ea typeface="Arimo"/>
              <a:cs typeface="Arimo"/>
              <a:sym typeface="Arimo"/>
            </a:endParaRPr>
          </a:p>
          <a:p>
            <a:pPr indent="0" lvl="0" marL="0" rtl="0" algn="l">
              <a:spcBef>
                <a:spcPts val="1600"/>
              </a:spcBef>
              <a:spcAft>
                <a:spcPts val="1600"/>
              </a:spcAft>
              <a:buNone/>
            </a:pPr>
            <a:r>
              <a:t/>
            </a:r>
            <a:endParaRPr/>
          </a:p>
        </p:txBody>
      </p:sp>
      <p:sp>
        <p:nvSpPr>
          <p:cNvPr id="352" name="Google Shape;352;p48"/>
          <p:cNvSpPr/>
          <p:nvPr/>
        </p:nvSpPr>
        <p:spPr>
          <a:xfrm>
            <a:off x="5544525" y="1511925"/>
            <a:ext cx="249000" cy="2079900"/>
          </a:xfrm>
          <a:prstGeom prst="rightBrace">
            <a:avLst>
              <a:gd fmla="val 50000" name="adj1"/>
              <a:gd fmla="val 50001"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48"/>
          <p:cNvSpPr txBox="1"/>
          <p:nvPr/>
        </p:nvSpPr>
        <p:spPr>
          <a:xfrm>
            <a:off x="5955500" y="2351775"/>
            <a:ext cx="2565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Basic</a:t>
            </a:r>
            <a:r>
              <a:rPr lang="en">
                <a:latin typeface="Open Sans"/>
                <a:ea typeface="Open Sans"/>
                <a:cs typeface="Open Sans"/>
                <a:sym typeface="Open Sans"/>
              </a:rPr>
              <a:t> Machine Learning</a:t>
            </a:r>
            <a:endParaRPr>
              <a:latin typeface="Open Sans"/>
              <a:ea typeface="Open Sans"/>
              <a:cs typeface="Open Sans"/>
              <a:sym typeface="Open Sans"/>
            </a:endParaRPr>
          </a:p>
        </p:txBody>
      </p:sp>
      <p:sp>
        <p:nvSpPr>
          <p:cNvPr id="354" name="Google Shape;354;p48"/>
          <p:cNvSpPr/>
          <p:nvPr/>
        </p:nvSpPr>
        <p:spPr>
          <a:xfrm>
            <a:off x="6553300" y="3858250"/>
            <a:ext cx="137400" cy="517800"/>
          </a:xfrm>
          <a:prstGeom prst="rightBrace">
            <a:avLst>
              <a:gd fmla="val 50000" name="adj1"/>
              <a:gd fmla="val 50000"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48"/>
          <p:cNvSpPr txBox="1"/>
          <p:nvPr/>
        </p:nvSpPr>
        <p:spPr>
          <a:xfrm>
            <a:off x="6777450" y="3945675"/>
            <a:ext cx="2565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Deep Learning</a:t>
            </a:r>
            <a:endParaRPr>
              <a:latin typeface="Open Sans"/>
              <a:ea typeface="Open Sans"/>
              <a:cs typeface="Open Sans"/>
              <a:sym typeface="Open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9"/>
          <p:cNvSpPr txBox="1"/>
          <p:nvPr>
            <p:ph type="title"/>
          </p:nvPr>
        </p:nvSpPr>
        <p:spPr>
          <a:xfrm>
            <a:off x="431375" y="2647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 before tuning</a:t>
            </a:r>
            <a:endParaRPr/>
          </a:p>
        </p:txBody>
      </p:sp>
      <p:pic>
        <p:nvPicPr>
          <p:cNvPr id="361" name="Google Shape;361;p49"/>
          <p:cNvPicPr preferRelativeResize="0"/>
          <p:nvPr/>
        </p:nvPicPr>
        <p:blipFill>
          <a:blip r:embed="rId3">
            <a:alphaModFix/>
          </a:blip>
          <a:stretch>
            <a:fillRect/>
          </a:stretch>
        </p:blipFill>
        <p:spPr>
          <a:xfrm>
            <a:off x="152400" y="989825"/>
            <a:ext cx="2814151" cy="1981100"/>
          </a:xfrm>
          <a:prstGeom prst="rect">
            <a:avLst/>
          </a:prstGeom>
          <a:noFill/>
          <a:ln>
            <a:noFill/>
          </a:ln>
        </p:spPr>
      </p:pic>
      <p:pic>
        <p:nvPicPr>
          <p:cNvPr id="362" name="Google Shape;362;p49"/>
          <p:cNvPicPr preferRelativeResize="0"/>
          <p:nvPr/>
        </p:nvPicPr>
        <p:blipFill>
          <a:blip r:embed="rId4">
            <a:alphaModFix/>
          </a:blip>
          <a:stretch>
            <a:fillRect/>
          </a:stretch>
        </p:blipFill>
        <p:spPr>
          <a:xfrm>
            <a:off x="3081575" y="989825"/>
            <a:ext cx="2884909" cy="2030925"/>
          </a:xfrm>
          <a:prstGeom prst="rect">
            <a:avLst/>
          </a:prstGeom>
          <a:noFill/>
          <a:ln>
            <a:noFill/>
          </a:ln>
        </p:spPr>
      </p:pic>
      <p:pic>
        <p:nvPicPr>
          <p:cNvPr id="363" name="Google Shape;363;p49"/>
          <p:cNvPicPr preferRelativeResize="0"/>
          <p:nvPr/>
        </p:nvPicPr>
        <p:blipFill>
          <a:blip r:embed="rId5">
            <a:alphaModFix/>
          </a:blip>
          <a:stretch>
            <a:fillRect/>
          </a:stretch>
        </p:blipFill>
        <p:spPr>
          <a:xfrm>
            <a:off x="6081525" y="940000"/>
            <a:ext cx="2884901" cy="2030907"/>
          </a:xfrm>
          <a:prstGeom prst="rect">
            <a:avLst/>
          </a:prstGeom>
          <a:noFill/>
          <a:ln>
            <a:noFill/>
          </a:ln>
        </p:spPr>
      </p:pic>
      <p:graphicFrame>
        <p:nvGraphicFramePr>
          <p:cNvPr id="364" name="Google Shape;364;p49"/>
          <p:cNvGraphicFramePr/>
          <p:nvPr/>
        </p:nvGraphicFramePr>
        <p:xfrm>
          <a:off x="549825" y="3123325"/>
          <a:ext cx="3000000" cy="3000000"/>
        </p:xfrm>
        <a:graphic>
          <a:graphicData uri="http://schemas.openxmlformats.org/drawingml/2006/table">
            <a:tbl>
              <a:tblPr>
                <a:noFill/>
                <a:tableStyleId>{903B74ED-40CC-4164-9236-D432A19661F3}</a:tableStyleId>
              </a:tblPr>
              <a:tblGrid>
                <a:gridCol w="2040875"/>
                <a:gridCol w="2040875"/>
                <a:gridCol w="2040875"/>
                <a:gridCol w="2040875"/>
              </a:tblGrid>
              <a:tr h="36167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solidFill>
                            <a:schemeClr val="lt1"/>
                          </a:solidFill>
                          <a:latin typeface="Arimo"/>
                          <a:ea typeface="Arimo"/>
                          <a:cs typeface="Arimo"/>
                          <a:sym typeface="Arimo"/>
                        </a:rPr>
                        <a:t>Linear</a:t>
                      </a:r>
                      <a:endParaRPr b="1">
                        <a:solidFill>
                          <a:schemeClr val="lt1"/>
                        </a:solidFill>
                        <a:latin typeface="Arimo"/>
                        <a:ea typeface="Arimo"/>
                        <a:cs typeface="Arimo"/>
                        <a:sym typeface="Arimo"/>
                      </a:endParaRPr>
                    </a:p>
                  </a:txBody>
                  <a:tcPr marT="91425" marB="91425" marR="91425" marL="91425">
                    <a:solidFill>
                      <a:schemeClr val="accent1"/>
                    </a:solidFill>
                  </a:tcPr>
                </a:tc>
                <a:tc>
                  <a:txBody>
                    <a:bodyPr/>
                    <a:lstStyle/>
                    <a:p>
                      <a:pPr indent="0" lvl="0" marL="0" rtl="0" algn="l">
                        <a:spcBef>
                          <a:spcPts val="0"/>
                        </a:spcBef>
                        <a:spcAft>
                          <a:spcPts val="0"/>
                        </a:spcAft>
                        <a:buNone/>
                      </a:pPr>
                      <a:r>
                        <a:rPr b="1" lang="en">
                          <a:solidFill>
                            <a:schemeClr val="lt1"/>
                          </a:solidFill>
                          <a:latin typeface="Arimo"/>
                          <a:ea typeface="Arimo"/>
                          <a:cs typeface="Arimo"/>
                          <a:sym typeface="Arimo"/>
                        </a:rPr>
                        <a:t>Ridge </a:t>
                      </a:r>
                      <a:endParaRPr b="1">
                        <a:solidFill>
                          <a:schemeClr val="lt1"/>
                        </a:solidFill>
                        <a:latin typeface="Arimo"/>
                        <a:ea typeface="Arimo"/>
                        <a:cs typeface="Arimo"/>
                        <a:sym typeface="Arimo"/>
                      </a:endParaRPr>
                    </a:p>
                  </a:txBody>
                  <a:tcPr marT="91425" marB="91425" marR="91425" marL="91425">
                    <a:solidFill>
                      <a:schemeClr val="accent1"/>
                    </a:solidFill>
                  </a:tcPr>
                </a:tc>
                <a:tc>
                  <a:txBody>
                    <a:bodyPr/>
                    <a:lstStyle/>
                    <a:p>
                      <a:pPr indent="0" lvl="0" marL="0" rtl="0" algn="l">
                        <a:spcBef>
                          <a:spcPts val="0"/>
                        </a:spcBef>
                        <a:spcAft>
                          <a:spcPts val="0"/>
                        </a:spcAft>
                        <a:buNone/>
                      </a:pPr>
                      <a:r>
                        <a:rPr b="1" lang="en">
                          <a:solidFill>
                            <a:schemeClr val="lt1"/>
                          </a:solidFill>
                          <a:latin typeface="Arimo"/>
                          <a:ea typeface="Arimo"/>
                          <a:cs typeface="Arimo"/>
                          <a:sym typeface="Arimo"/>
                        </a:rPr>
                        <a:t>Lasso</a:t>
                      </a:r>
                      <a:endParaRPr b="1">
                        <a:solidFill>
                          <a:schemeClr val="lt1"/>
                        </a:solidFill>
                        <a:latin typeface="Arimo"/>
                        <a:ea typeface="Arimo"/>
                        <a:cs typeface="Arimo"/>
                        <a:sym typeface="Arimo"/>
                      </a:endParaRPr>
                    </a:p>
                  </a:txBody>
                  <a:tcPr marT="91425" marB="91425" marR="91425" marL="91425">
                    <a:solidFill>
                      <a:schemeClr val="accent1"/>
                    </a:solidFill>
                  </a:tcPr>
                </a:tc>
              </a:tr>
              <a:tr h="346900">
                <a:tc>
                  <a:txBody>
                    <a:bodyPr/>
                    <a:lstStyle/>
                    <a:p>
                      <a:pPr indent="0" lvl="0" marL="0" rtl="0" algn="l">
                        <a:spcBef>
                          <a:spcPts val="0"/>
                        </a:spcBef>
                        <a:spcAft>
                          <a:spcPts val="0"/>
                        </a:spcAft>
                        <a:buNone/>
                      </a:pPr>
                      <a:r>
                        <a:rPr b="1" lang="en">
                          <a:solidFill>
                            <a:schemeClr val="lt1"/>
                          </a:solidFill>
                          <a:latin typeface="Arimo"/>
                          <a:ea typeface="Arimo"/>
                          <a:cs typeface="Arimo"/>
                          <a:sym typeface="Arimo"/>
                        </a:rPr>
                        <a:t>R2 Scores</a:t>
                      </a:r>
                      <a:endParaRPr b="1">
                        <a:solidFill>
                          <a:schemeClr val="lt1"/>
                        </a:solidFill>
                        <a:latin typeface="Arimo"/>
                        <a:ea typeface="Arimo"/>
                        <a:cs typeface="Arimo"/>
                        <a:sym typeface="Arimo"/>
                      </a:endParaRPr>
                    </a:p>
                  </a:txBody>
                  <a:tcPr marT="91425" marB="91425" marR="91425" marL="91425">
                    <a:solidFill>
                      <a:schemeClr val="accent1"/>
                    </a:solidFill>
                  </a:tcPr>
                </a:tc>
                <a:tc>
                  <a:txBody>
                    <a:bodyPr/>
                    <a:lstStyle/>
                    <a:p>
                      <a:pPr indent="0" lvl="0" marL="0" rtl="0" algn="l">
                        <a:spcBef>
                          <a:spcPts val="0"/>
                        </a:spcBef>
                        <a:spcAft>
                          <a:spcPts val="0"/>
                        </a:spcAft>
                        <a:buNone/>
                      </a:pPr>
                      <a:r>
                        <a:rPr lang="en"/>
                        <a:t>0.919</a:t>
                      </a:r>
                      <a:endParaRPr/>
                    </a:p>
                  </a:txBody>
                  <a:tcPr marT="91425" marB="91425" marR="91425" marL="91425"/>
                </a:tc>
                <a:tc>
                  <a:txBody>
                    <a:bodyPr/>
                    <a:lstStyle/>
                    <a:p>
                      <a:pPr indent="0" lvl="0" marL="0" rtl="0" algn="l">
                        <a:spcBef>
                          <a:spcPts val="0"/>
                        </a:spcBef>
                        <a:spcAft>
                          <a:spcPts val="0"/>
                        </a:spcAft>
                        <a:buNone/>
                      </a:pPr>
                      <a:r>
                        <a:rPr lang="en"/>
                        <a:t>0.919</a:t>
                      </a:r>
                      <a:endParaRPr/>
                    </a:p>
                  </a:txBody>
                  <a:tcPr marT="91425" marB="91425" marR="91425" marL="91425"/>
                </a:tc>
                <a:tc>
                  <a:txBody>
                    <a:bodyPr/>
                    <a:lstStyle/>
                    <a:p>
                      <a:pPr indent="0" lvl="0" marL="0" rtl="0" algn="l">
                        <a:spcBef>
                          <a:spcPts val="0"/>
                        </a:spcBef>
                        <a:spcAft>
                          <a:spcPts val="0"/>
                        </a:spcAft>
                        <a:buNone/>
                      </a:pPr>
                      <a:r>
                        <a:rPr lang="en"/>
                        <a:t>0.844</a:t>
                      </a:r>
                      <a:endParaRPr/>
                    </a:p>
                  </a:txBody>
                  <a:tcPr marT="91425" marB="91425" marR="91425" marL="91425"/>
                </a:tc>
              </a:tr>
              <a:tr h="383875">
                <a:tc>
                  <a:txBody>
                    <a:bodyPr/>
                    <a:lstStyle/>
                    <a:p>
                      <a:pPr indent="0" lvl="0" marL="0" rtl="0" algn="l">
                        <a:spcBef>
                          <a:spcPts val="0"/>
                        </a:spcBef>
                        <a:spcAft>
                          <a:spcPts val="0"/>
                        </a:spcAft>
                        <a:buNone/>
                      </a:pPr>
                      <a:r>
                        <a:rPr b="1" lang="en">
                          <a:solidFill>
                            <a:schemeClr val="lt1"/>
                          </a:solidFill>
                          <a:latin typeface="Arimo"/>
                          <a:ea typeface="Arimo"/>
                          <a:cs typeface="Arimo"/>
                          <a:sym typeface="Arimo"/>
                        </a:rPr>
                        <a:t>MSE Scores</a:t>
                      </a:r>
                      <a:endParaRPr b="1">
                        <a:solidFill>
                          <a:schemeClr val="lt1"/>
                        </a:solidFill>
                        <a:latin typeface="Arimo"/>
                        <a:ea typeface="Arimo"/>
                        <a:cs typeface="Arimo"/>
                        <a:sym typeface="Arimo"/>
                      </a:endParaRPr>
                    </a:p>
                  </a:txBody>
                  <a:tcPr marT="91425" marB="91425" marR="91425" marL="91425">
                    <a:solidFill>
                      <a:schemeClr val="accent1"/>
                    </a:solidFill>
                  </a:tcPr>
                </a:tc>
                <a:tc>
                  <a:txBody>
                    <a:bodyPr/>
                    <a:lstStyle/>
                    <a:p>
                      <a:pPr indent="0" lvl="0" marL="0" rtl="0" algn="l">
                        <a:spcBef>
                          <a:spcPts val="0"/>
                        </a:spcBef>
                        <a:spcAft>
                          <a:spcPts val="0"/>
                        </a:spcAft>
                        <a:buNone/>
                      </a:pPr>
                      <a:r>
                        <a:rPr lang="en"/>
                        <a:t>0.134</a:t>
                      </a:r>
                      <a:endParaRPr/>
                    </a:p>
                  </a:txBody>
                  <a:tcPr marT="91425" marB="91425" marR="91425" marL="91425"/>
                </a:tc>
                <a:tc>
                  <a:txBody>
                    <a:bodyPr/>
                    <a:lstStyle/>
                    <a:p>
                      <a:pPr indent="0" lvl="0" marL="0" rtl="0" algn="l">
                        <a:spcBef>
                          <a:spcPts val="0"/>
                        </a:spcBef>
                        <a:spcAft>
                          <a:spcPts val="0"/>
                        </a:spcAft>
                        <a:buNone/>
                      </a:pPr>
                      <a:r>
                        <a:rPr lang="en"/>
                        <a:t>0.134</a:t>
                      </a:r>
                      <a:endParaRPr/>
                    </a:p>
                  </a:txBody>
                  <a:tcPr marT="91425" marB="91425" marR="91425" marL="91425"/>
                </a:tc>
                <a:tc>
                  <a:txBody>
                    <a:bodyPr/>
                    <a:lstStyle/>
                    <a:p>
                      <a:pPr indent="0" lvl="0" marL="0" rtl="0" algn="l">
                        <a:spcBef>
                          <a:spcPts val="0"/>
                        </a:spcBef>
                        <a:spcAft>
                          <a:spcPts val="0"/>
                        </a:spcAft>
                        <a:buNone/>
                      </a:pPr>
                      <a:r>
                        <a:rPr lang="en"/>
                        <a:t>0.258</a:t>
                      </a:r>
                      <a:endParaRPr/>
                    </a:p>
                  </a:txBody>
                  <a:tcPr marT="91425" marB="91425" marR="91425" marL="91425"/>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pic>
        <p:nvPicPr>
          <p:cNvPr id="369" name="Google Shape;369;p50"/>
          <p:cNvPicPr preferRelativeResize="0"/>
          <p:nvPr/>
        </p:nvPicPr>
        <p:blipFill>
          <a:blip r:embed="rId3">
            <a:alphaModFix/>
          </a:blip>
          <a:stretch>
            <a:fillRect/>
          </a:stretch>
        </p:blipFill>
        <p:spPr>
          <a:xfrm>
            <a:off x="174475" y="995825"/>
            <a:ext cx="3092468" cy="2134024"/>
          </a:xfrm>
          <a:prstGeom prst="rect">
            <a:avLst/>
          </a:prstGeom>
          <a:noFill/>
          <a:ln>
            <a:noFill/>
          </a:ln>
        </p:spPr>
      </p:pic>
      <p:pic>
        <p:nvPicPr>
          <p:cNvPr id="370" name="Google Shape;370;p50"/>
          <p:cNvPicPr preferRelativeResize="0"/>
          <p:nvPr/>
        </p:nvPicPr>
        <p:blipFill>
          <a:blip r:embed="rId4">
            <a:alphaModFix/>
          </a:blip>
          <a:stretch>
            <a:fillRect/>
          </a:stretch>
        </p:blipFill>
        <p:spPr>
          <a:xfrm>
            <a:off x="3128825" y="995825"/>
            <a:ext cx="2975401" cy="2053234"/>
          </a:xfrm>
          <a:prstGeom prst="rect">
            <a:avLst/>
          </a:prstGeom>
          <a:noFill/>
          <a:ln>
            <a:noFill/>
          </a:ln>
        </p:spPr>
      </p:pic>
      <p:graphicFrame>
        <p:nvGraphicFramePr>
          <p:cNvPr id="371" name="Google Shape;371;p50"/>
          <p:cNvGraphicFramePr/>
          <p:nvPr/>
        </p:nvGraphicFramePr>
        <p:xfrm>
          <a:off x="890688" y="3146025"/>
          <a:ext cx="3000000" cy="3000000"/>
        </p:xfrm>
        <a:graphic>
          <a:graphicData uri="http://schemas.openxmlformats.org/drawingml/2006/table">
            <a:tbl>
              <a:tblPr>
                <a:noFill/>
                <a:tableStyleId>{903B74ED-40CC-4164-9236-D432A19661F3}</a:tableStyleId>
              </a:tblPr>
              <a:tblGrid>
                <a:gridCol w="1840650"/>
                <a:gridCol w="1840650"/>
                <a:gridCol w="1840650"/>
                <a:gridCol w="1840650"/>
              </a:tblGrid>
              <a:tr h="446750">
                <a:tc>
                  <a:txBody>
                    <a:bodyPr/>
                    <a:lstStyle/>
                    <a:p>
                      <a:pPr indent="0" lvl="0" marL="0" rtl="0" algn="l">
                        <a:spcBef>
                          <a:spcPts val="0"/>
                        </a:spcBef>
                        <a:spcAft>
                          <a:spcPts val="0"/>
                        </a:spcAft>
                        <a:buNone/>
                      </a:pPr>
                      <a:r>
                        <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solidFill>
                            <a:schemeClr val="lt1"/>
                          </a:solidFill>
                          <a:latin typeface="Arimo"/>
                          <a:ea typeface="Arimo"/>
                          <a:cs typeface="Arimo"/>
                          <a:sym typeface="Arimo"/>
                        </a:rPr>
                        <a:t>KNN</a:t>
                      </a:r>
                      <a:endParaRPr b="1">
                        <a:solidFill>
                          <a:schemeClr val="lt1"/>
                        </a:solidFill>
                        <a:latin typeface="Arimo"/>
                        <a:ea typeface="Arimo"/>
                        <a:cs typeface="Arimo"/>
                        <a:sym typeface="Arimo"/>
                      </a:endParaRPr>
                    </a:p>
                  </a:txBody>
                  <a:tcPr marT="91425" marB="91425" marR="91425" marL="91425">
                    <a:solidFill>
                      <a:schemeClr val="accent1"/>
                    </a:solidFill>
                  </a:tcPr>
                </a:tc>
                <a:tc>
                  <a:txBody>
                    <a:bodyPr/>
                    <a:lstStyle/>
                    <a:p>
                      <a:pPr indent="0" lvl="0" marL="0" rtl="0" algn="l">
                        <a:spcBef>
                          <a:spcPts val="0"/>
                        </a:spcBef>
                        <a:spcAft>
                          <a:spcPts val="0"/>
                        </a:spcAft>
                        <a:buNone/>
                      </a:pPr>
                      <a:r>
                        <a:rPr b="1" lang="en">
                          <a:solidFill>
                            <a:schemeClr val="lt1"/>
                          </a:solidFill>
                          <a:latin typeface="Arimo"/>
                          <a:ea typeface="Arimo"/>
                          <a:cs typeface="Arimo"/>
                          <a:sym typeface="Arimo"/>
                        </a:rPr>
                        <a:t>SVR</a:t>
                      </a:r>
                      <a:endParaRPr b="1">
                        <a:solidFill>
                          <a:schemeClr val="lt1"/>
                        </a:solidFill>
                        <a:latin typeface="Arimo"/>
                        <a:ea typeface="Arimo"/>
                        <a:cs typeface="Arimo"/>
                        <a:sym typeface="Arimo"/>
                      </a:endParaRPr>
                    </a:p>
                  </a:txBody>
                  <a:tcPr marT="91425" marB="91425" marR="91425" marL="91425">
                    <a:lnR cap="flat" cmpd="sng" w="9525">
                      <a:solidFill>
                        <a:srgbClr val="9E9E9E"/>
                      </a:solidFill>
                      <a:prstDash val="solid"/>
                      <a:round/>
                      <a:headEnd len="sm" w="sm" type="none"/>
                      <a:tailEnd len="sm" w="sm" type="none"/>
                    </a:lnR>
                    <a:solidFill>
                      <a:schemeClr val="accent1"/>
                    </a:solidFill>
                  </a:tcPr>
                </a:tc>
                <a:tc>
                  <a:txBody>
                    <a:bodyPr/>
                    <a:lstStyle/>
                    <a:p>
                      <a:pPr indent="0" lvl="0" marL="0" rtl="0" algn="l">
                        <a:spcBef>
                          <a:spcPts val="0"/>
                        </a:spcBef>
                        <a:spcAft>
                          <a:spcPts val="0"/>
                        </a:spcAft>
                        <a:buNone/>
                      </a:pPr>
                      <a:r>
                        <a:rPr b="1" lang="en">
                          <a:solidFill>
                            <a:schemeClr val="lt1"/>
                          </a:solidFill>
                          <a:latin typeface="Arimo"/>
                          <a:ea typeface="Arimo"/>
                          <a:cs typeface="Arimo"/>
                          <a:sym typeface="Arimo"/>
                        </a:rPr>
                        <a:t>Gradient Boosting</a:t>
                      </a:r>
                      <a:endParaRPr b="1">
                        <a:solidFill>
                          <a:schemeClr val="lt1"/>
                        </a:solidFill>
                        <a:latin typeface="Arimo"/>
                        <a:ea typeface="Arimo"/>
                        <a:cs typeface="Arimo"/>
                        <a:sym typeface="Arim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1"/>
                    </a:solidFill>
                  </a:tcPr>
                </a:tc>
              </a:tr>
              <a:tr h="396225">
                <a:tc>
                  <a:txBody>
                    <a:bodyPr/>
                    <a:lstStyle/>
                    <a:p>
                      <a:pPr indent="0" lvl="0" marL="0" rtl="0" algn="l">
                        <a:spcBef>
                          <a:spcPts val="0"/>
                        </a:spcBef>
                        <a:spcAft>
                          <a:spcPts val="0"/>
                        </a:spcAft>
                        <a:buNone/>
                      </a:pPr>
                      <a:r>
                        <a:rPr b="1" lang="en">
                          <a:solidFill>
                            <a:schemeClr val="lt1"/>
                          </a:solidFill>
                          <a:latin typeface="Arimo"/>
                          <a:ea typeface="Arimo"/>
                          <a:cs typeface="Arimo"/>
                          <a:sym typeface="Arimo"/>
                        </a:rPr>
                        <a:t>R2 Scores</a:t>
                      </a:r>
                      <a:endParaRPr b="1">
                        <a:solidFill>
                          <a:schemeClr val="lt1"/>
                        </a:solidFill>
                        <a:latin typeface="Arimo"/>
                        <a:ea typeface="Arimo"/>
                        <a:cs typeface="Arimo"/>
                        <a:sym typeface="Arim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
                        <a:t>0.926</a:t>
                      </a:r>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n"/>
                        <a:t>0.960</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t>0.934</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96225">
                <a:tc>
                  <a:txBody>
                    <a:bodyPr/>
                    <a:lstStyle/>
                    <a:p>
                      <a:pPr indent="0" lvl="0" marL="0" rtl="0" algn="l">
                        <a:spcBef>
                          <a:spcPts val="0"/>
                        </a:spcBef>
                        <a:spcAft>
                          <a:spcPts val="0"/>
                        </a:spcAft>
                        <a:buNone/>
                      </a:pPr>
                      <a:r>
                        <a:rPr b="1" lang="en">
                          <a:solidFill>
                            <a:schemeClr val="lt1"/>
                          </a:solidFill>
                          <a:latin typeface="Arimo"/>
                          <a:ea typeface="Arimo"/>
                          <a:cs typeface="Arimo"/>
                          <a:sym typeface="Arimo"/>
                        </a:rPr>
                        <a:t>MSE Scores</a:t>
                      </a:r>
                      <a:endParaRPr b="1">
                        <a:solidFill>
                          <a:schemeClr val="lt1"/>
                        </a:solidFill>
                        <a:latin typeface="Arimo"/>
                        <a:ea typeface="Arimo"/>
                        <a:cs typeface="Arimo"/>
                        <a:sym typeface="Arim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
                        <a:t>0.122</a:t>
                      </a:r>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n"/>
                        <a:t>0.067</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t>0.109</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372" name="Google Shape;372;p50"/>
          <p:cNvSpPr txBox="1"/>
          <p:nvPr>
            <p:ph type="title"/>
          </p:nvPr>
        </p:nvSpPr>
        <p:spPr>
          <a:xfrm>
            <a:off x="431375" y="2647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 before tuning</a:t>
            </a:r>
            <a:endParaRPr/>
          </a:p>
        </p:txBody>
      </p:sp>
      <p:pic>
        <p:nvPicPr>
          <p:cNvPr id="373" name="Google Shape;373;p50"/>
          <p:cNvPicPr preferRelativeResize="0"/>
          <p:nvPr/>
        </p:nvPicPr>
        <p:blipFill>
          <a:blip r:embed="rId5">
            <a:alphaModFix/>
          </a:blip>
          <a:stretch>
            <a:fillRect/>
          </a:stretch>
        </p:blipFill>
        <p:spPr>
          <a:xfrm>
            <a:off x="6015200" y="965100"/>
            <a:ext cx="2975401" cy="20532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pic>
        <p:nvPicPr>
          <p:cNvPr id="378" name="Google Shape;378;p51"/>
          <p:cNvPicPr preferRelativeResize="0"/>
          <p:nvPr/>
        </p:nvPicPr>
        <p:blipFill>
          <a:blip r:embed="rId3">
            <a:alphaModFix/>
          </a:blip>
          <a:stretch>
            <a:fillRect/>
          </a:stretch>
        </p:blipFill>
        <p:spPr>
          <a:xfrm>
            <a:off x="1137537" y="972038"/>
            <a:ext cx="3073825" cy="2121175"/>
          </a:xfrm>
          <a:prstGeom prst="rect">
            <a:avLst/>
          </a:prstGeom>
          <a:noFill/>
          <a:ln>
            <a:noFill/>
          </a:ln>
        </p:spPr>
      </p:pic>
      <p:pic>
        <p:nvPicPr>
          <p:cNvPr id="379" name="Google Shape;379;p51"/>
          <p:cNvPicPr preferRelativeResize="0"/>
          <p:nvPr/>
        </p:nvPicPr>
        <p:blipFill>
          <a:blip r:embed="rId4">
            <a:alphaModFix/>
          </a:blip>
          <a:stretch>
            <a:fillRect/>
          </a:stretch>
        </p:blipFill>
        <p:spPr>
          <a:xfrm>
            <a:off x="4858675" y="972071"/>
            <a:ext cx="3073825" cy="2121154"/>
          </a:xfrm>
          <a:prstGeom prst="rect">
            <a:avLst/>
          </a:prstGeom>
          <a:noFill/>
          <a:ln>
            <a:noFill/>
          </a:ln>
        </p:spPr>
      </p:pic>
      <p:graphicFrame>
        <p:nvGraphicFramePr>
          <p:cNvPr id="380" name="Google Shape;380;p51"/>
          <p:cNvGraphicFramePr/>
          <p:nvPr/>
        </p:nvGraphicFramePr>
        <p:xfrm>
          <a:off x="1540288" y="3227850"/>
          <a:ext cx="3000000" cy="3000000"/>
        </p:xfrm>
        <a:graphic>
          <a:graphicData uri="http://schemas.openxmlformats.org/drawingml/2006/table">
            <a:tbl>
              <a:tblPr>
                <a:noFill/>
                <a:tableStyleId>{903B74ED-40CC-4164-9236-D432A19661F3}</a:tableStyleId>
              </a:tblPr>
              <a:tblGrid>
                <a:gridCol w="2040875"/>
                <a:gridCol w="2040875"/>
                <a:gridCol w="2040875"/>
              </a:tblGrid>
              <a:tr h="361675">
                <a:tc>
                  <a:txBody>
                    <a:bodyPr/>
                    <a:lstStyle/>
                    <a:p>
                      <a:pPr indent="0" lvl="0" marL="0" rtl="0" algn="l">
                        <a:spcBef>
                          <a:spcPts val="0"/>
                        </a:spcBef>
                        <a:spcAft>
                          <a:spcPts val="0"/>
                        </a:spcAft>
                        <a:buNone/>
                      </a:pPr>
                      <a:r>
                        <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solidFill>
                            <a:schemeClr val="lt1"/>
                          </a:solidFill>
                          <a:latin typeface="Arimo"/>
                          <a:ea typeface="Arimo"/>
                          <a:cs typeface="Arimo"/>
                          <a:sym typeface="Arimo"/>
                        </a:rPr>
                        <a:t>Random Forest</a:t>
                      </a:r>
                      <a:endParaRPr b="1">
                        <a:solidFill>
                          <a:schemeClr val="lt1"/>
                        </a:solidFill>
                        <a:latin typeface="Arimo"/>
                        <a:ea typeface="Arimo"/>
                        <a:cs typeface="Arimo"/>
                        <a:sym typeface="Arimo"/>
                      </a:endParaRPr>
                    </a:p>
                  </a:txBody>
                  <a:tcPr marT="91425" marB="91425" marR="91425" marL="91425">
                    <a:solidFill>
                      <a:schemeClr val="accent1"/>
                    </a:solidFill>
                  </a:tcPr>
                </a:tc>
                <a:tc>
                  <a:txBody>
                    <a:bodyPr/>
                    <a:lstStyle/>
                    <a:p>
                      <a:pPr indent="0" lvl="0" marL="0" rtl="0" algn="l">
                        <a:spcBef>
                          <a:spcPts val="0"/>
                        </a:spcBef>
                        <a:spcAft>
                          <a:spcPts val="0"/>
                        </a:spcAft>
                        <a:buNone/>
                      </a:pPr>
                      <a:r>
                        <a:rPr b="1" lang="en">
                          <a:solidFill>
                            <a:schemeClr val="lt1"/>
                          </a:solidFill>
                          <a:latin typeface="Arimo"/>
                          <a:ea typeface="Arimo"/>
                          <a:cs typeface="Arimo"/>
                          <a:sym typeface="Arimo"/>
                        </a:rPr>
                        <a:t>Decision Tree</a:t>
                      </a:r>
                      <a:endParaRPr b="1">
                        <a:solidFill>
                          <a:schemeClr val="lt1"/>
                        </a:solidFill>
                        <a:latin typeface="Arimo"/>
                        <a:ea typeface="Arimo"/>
                        <a:cs typeface="Arimo"/>
                        <a:sym typeface="Arimo"/>
                      </a:endParaRPr>
                    </a:p>
                  </a:txBody>
                  <a:tcPr marT="91425" marB="91425" marR="91425" marL="91425">
                    <a:solidFill>
                      <a:schemeClr val="accent1"/>
                    </a:solidFill>
                  </a:tcPr>
                </a:tc>
              </a:tr>
              <a:tr h="346900">
                <a:tc>
                  <a:txBody>
                    <a:bodyPr/>
                    <a:lstStyle/>
                    <a:p>
                      <a:pPr indent="0" lvl="0" marL="0" rtl="0" algn="l">
                        <a:spcBef>
                          <a:spcPts val="0"/>
                        </a:spcBef>
                        <a:spcAft>
                          <a:spcPts val="0"/>
                        </a:spcAft>
                        <a:buNone/>
                      </a:pPr>
                      <a:r>
                        <a:rPr b="1" lang="en">
                          <a:solidFill>
                            <a:schemeClr val="lt1"/>
                          </a:solidFill>
                          <a:latin typeface="Arimo"/>
                          <a:ea typeface="Arimo"/>
                          <a:cs typeface="Arimo"/>
                          <a:sym typeface="Arimo"/>
                        </a:rPr>
                        <a:t>R2 Scores</a:t>
                      </a:r>
                      <a:endParaRPr b="1">
                        <a:solidFill>
                          <a:schemeClr val="lt1"/>
                        </a:solidFill>
                        <a:latin typeface="Arimo"/>
                        <a:ea typeface="Arimo"/>
                        <a:cs typeface="Arimo"/>
                        <a:sym typeface="Arim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
                        <a:t>0.957</a:t>
                      </a:r>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n"/>
                        <a:t>0.904</a:t>
                      </a:r>
                      <a:endParaRPr/>
                    </a:p>
                  </a:txBody>
                  <a:tcPr marT="91425" marB="91425" marR="91425" marL="91425"/>
                </a:tc>
              </a:tr>
              <a:tr h="383875">
                <a:tc>
                  <a:txBody>
                    <a:bodyPr/>
                    <a:lstStyle/>
                    <a:p>
                      <a:pPr indent="0" lvl="0" marL="0" rtl="0" algn="l">
                        <a:spcBef>
                          <a:spcPts val="0"/>
                        </a:spcBef>
                        <a:spcAft>
                          <a:spcPts val="0"/>
                        </a:spcAft>
                        <a:buNone/>
                      </a:pPr>
                      <a:r>
                        <a:rPr b="1" lang="en">
                          <a:solidFill>
                            <a:schemeClr val="lt1"/>
                          </a:solidFill>
                          <a:latin typeface="Arimo"/>
                          <a:ea typeface="Arimo"/>
                          <a:cs typeface="Arimo"/>
                          <a:sym typeface="Arimo"/>
                        </a:rPr>
                        <a:t>MSE Scores</a:t>
                      </a:r>
                      <a:endParaRPr b="1">
                        <a:solidFill>
                          <a:schemeClr val="lt1"/>
                        </a:solidFill>
                        <a:latin typeface="Arimo"/>
                        <a:ea typeface="Arimo"/>
                        <a:cs typeface="Arimo"/>
                        <a:sym typeface="Arim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
                        <a:t>0.072</a:t>
                      </a:r>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n"/>
                        <a:t>0.159</a:t>
                      </a:r>
                      <a:endParaRPr/>
                    </a:p>
                  </a:txBody>
                  <a:tcPr marT="91425" marB="91425" marR="91425" marL="91425"/>
                </a:tc>
              </a:tr>
            </a:tbl>
          </a:graphicData>
        </a:graphic>
      </p:graphicFrame>
      <p:sp>
        <p:nvSpPr>
          <p:cNvPr id="381" name="Google Shape;381;p51"/>
          <p:cNvSpPr txBox="1"/>
          <p:nvPr>
            <p:ph type="title"/>
          </p:nvPr>
        </p:nvSpPr>
        <p:spPr>
          <a:xfrm>
            <a:off x="431375" y="2647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 before tuning</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52"/>
          <p:cNvSpPr txBox="1"/>
          <p:nvPr>
            <p:ph type="title"/>
          </p:nvPr>
        </p:nvSpPr>
        <p:spPr>
          <a:xfrm>
            <a:off x="555900" y="140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 before tuning</a:t>
            </a:r>
            <a:endParaRPr/>
          </a:p>
        </p:txBody>
      </p:sp>
      <p:graphicFrame>
        <p:nvGraphicFramePr>
          <p:cNvPr id="387" name="Google Shape;387;p52"/>
          <p:cNvGraphicFramePr/>
          <p:nvPr/>
        </p:nvGraphicFramePr>
        <p:xfrm>
          <a:off x="634763" y="818617"/>
          <a:ext cx="3000000" cy="3000000"/>
        </p:xfrm>
        <a:graphic>
          <a:graphicData uri="http://schemas.openxmlformats.org/drawingml/2006/table">
            <a:tbl>
              <a:tblPr>
                <a:noFill/>
                <a:tableStyleId>{903B74ED-40CC-4164-9236-D432A19661F3}</a:tableStyleId>
              </a:tblPr>
              <a:tblGrid>
                <a:gridCol w="3080100"/>
                <a:gridCol w="2124000"/>
                <a:gridCol w="2242725"/>
              </a:tblGrid>
              <a:tr h="404300">
                <a:tc>
                  <a:txBody>
                    <a:bodyPr/>
                    <a:lstStyle/>
                    <a:p>
                      <a:pPr indent="0" lvl="0" marL="0" rtl="0" algn="l">
                        <a:spcBef>
                          <a:spcPts val="0"/>
                        </a:spcBef>
                        <a:spcAft>
                          <a:spcPts val="0"/>
                        </a:spcAft>
                        <a:buNone/>
                      </a:pPr>
                      <a:r>
                        <a:rPr b="1" lang="en" sz="1000">
                          <a:solidFill>
                            <a:schemeClr val="lt1"/>
                          </a:solidFill>
                          <a:latin typeface="Sora"/>
                          <a:ea typeface="Sora"/>
                          <a:cs typeface="Sora"/>
                          <a:sym typeface="Sora"/>
                        </a:rPr>
                        <a:t>Algorithms</a:t>
                      </a:r>
                      <a:endParaRPr b="1" sz="1000">
                        <a:solidFill>
                          <a:schemeClr val="lt1"/>
                        </a:solidFill>
                        <a:latin typeface="Sora"/>
                        <a:ea typeface="Sora"/>
                        <a:cs typeface="Sora"/>
                        <a:sym typeface="Sor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a:txBody>
                    <a:bodyPr/>
                    <a:lstStyle/>
                    <a:p>
                      <a:pPr indent="0" lvl="0" marL="0" rtl="0" algn="l">
                        <a:spcBef>
                          <a:spcPts val="0"/>
                        </a:spcBef>
                        <a:spcAft>
                          <a:spcPts val="1600"/>
                        </a:spcAft>
                        <a:buNone/>
                      </a:pPr>
                      <a:r>
                        <a:rPr b="1" lang="en" sz="1000">
                          <a:solidFill>
                            <a:schemeClr val="lt1"/>
                          </a:solidFill>
                          <a:latin typeface="Sora"/>
                          <a:ea typeface="Sora"/>
                          <a:cs typeface="Sora"/>
                          <a:sym typeface="Sora"/>
                        </a:rPr>
                        <a:t>R2 Scores </a:t>
                      </a:r>
                      <a:endParaRPr b="1" sz="1000">
                        <a:solidFill>
                          <a:schemeClr val="lt1"/>
                        </a:solidFill>
                        <a:latin typeface="Sora"/>
                        <a:ea typeface="Sora"/>
                        <a:cs typeface="Sora"/>
                        <a:sym typeface="Sor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a:txBody>
                    <a:bodyPr/>
                    <a:lstStyle/>
                    <a:p>
                      <a:pPr indent="0" lvl="0" marL="0" rtl="0" algn="l">
                        <a:spcBef>
                          <a:spcPts val="0"/>
                        </a:spcBef>
                        <a:spcAft>
                          <a:spcPts val="1600"/>
                        </a:spcAft>
                        <a:buNone/>
                      </a:pPr>
                      <a:r>
                        <a:rPr b="1" lang="en" sz="1000">
                          <a:solidFill>
                            <a:schemeClr val="lt1"/>
                          </a:solidFill>
                          <a:latin typeface="Sora"/>
                          <a:ea typeface="Sora"/>
                          <a:cs typeface="Sora"/>
                          <a:sym typeface="Sora"/>
                        </a:rPr>
                        <a:t>MSE Scores</a:t>
                      </a:r>
                      <a:endParaRPr b="1" sz="1000">
                        <a:solidFill>
                          <a:schemeClr val="lt1"/>
                        </a:solidFill>
                        <a:latin typeface="Sora"/>
                        <a:ea typeface="Sora"/>
                        <a:cs typeface="Sora"/>
                        <a:sym typeface="Sor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r>
              <a:tr h="404300">
                <a:tc>
                  <a:txBody>
                    <a:bodyPr/>
                    <a:lstStyle/>
                    <a:p>
                      <a:pPr indent="0" lvl="0" marL="0" rtl="0" algn="l">
                        <a:spcBef>
                          <a:spcPts val="0"/>
                        </a:spcBef>
                        <a:spcAft>
                          <a:spcPts val="0"/>
                        </a:spcAft>
                        <a:buNone/>
                      </a:pPr>
                      <a:r>
                        <a:rPr lang="en" sz="1000">
                          <a:latin typeface="Arimo"/>
                          <a:ea typeface="Arimo"/>
                          <a:cs typeface="Arimo"/>
                          <a:sym typeface="Arimo"/>
                        </a:rPr>
                        <a:t>Linear Regression </a:t>
                      </a:r>
                      <a:endParaRPr b="1" sz="1000">
                        <a:solidFill>
                          <a:schemeClr val="dk1"/>
                        </a:solidFill>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0.919</a:t>
                      </a:r>
                      <a:endParaRPr sz="1000">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1600"/>
                        </a:spcAft>
                        <a:buNone/>
                      </a:pPr>
                      <a:r>
                        <a:rPr lang="en" sz="1000">
                          <a:solidFill>
                            <a:schemeClr val="dk1"/>
                          </a:solidFill>
                          <a:latin typeface="Arimo"/>
                          <a:ea typeface="Arimo"/>
                          <a:cs typeface="Arimo"/>
                          <a:sym typeface="Arimo"/>
                        </a:rPr>
                        <a:t>0.134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04300">
                <a:tc>
                  <a:txBody>
                    <a:bodyPr/>
                    <a:lstStyle/>
                    <a:p>
                      <a:pPr indent="0" lvl="0" marL="0" rtl="0" algn="l">
                        <a:spcBef>
                          <a:spcPts val="0"/>
                        </a:spcBef>
                        <a:spcAft>
                          <a:spcPts val="0"/>
                        </a:spcAft>
                        <a:buNone/>
                      </a:pPr>
                      <a:r>
                        <a:rPr lang="en" sz="1000">
                          <a:latin typeface="Arimo"/>
                          <a:ea typeface="Arimo"/>
                          <a:cs typeface="Arimo"/>
                          <a:sym typeface="Arimo"/>
                        </a:rPr>
                        <a:t>Ridge Regression </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0.919</a:t>
                      </a:r>
                      <a:endParaRPr sz="1000">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0.134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04300">
                <a:tc>
                  <a:txBody>
                    <a:bodyPr/>
                    <a:lstStyle/>
                    <a:p>
                      <a:pPr indent="0" lvl="0" marL="0" rtl="0" algn="l">
                        <a:spcBef>
                          <a:spcPts val="0"/>
                        </a:spcBef>
                        <a:spcAft>
                          <a:spcPts val="0"/>
                        </a:spcAft>
                        <a:buNone/>
                      </a:pPr>
                      <a:r>
                        <a:rPr lang="en" sz="1000">
                          <a:latin typeface="Arimo"/>
                          <a:ea typeface="Arimo"/>
                          <a:cs typeface="Arimo"/>
                          <a:sym typeface="Arimo"/>
                        </a:rPr>
                        <a:t>Lasso Regression </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0.844</a:t>
                      </a:r>
                      <a:endParaRPr sz="1000">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0.258</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04300">
                <a:tc>
                  <a:txBody>
                    <a:bodyPr/>
                    <a:lstStyle/>
                    <a:p>
                      <a:pPr indent="0" lvl="0" marL="0" rtl="0" algn="l">
                        <a:spcBef>
                          <a:spcPts val="0"/>
                        </a:spcBef>
                        <a:spcAft>
                          <a:spcPts val="0"/>
                        </a:spcAft>
                        <a:buNone/>
                      </a:pPr>
                      <a:r>
                        <a:rPr lang="en" sz="1000">
                          <a:latin typeface="Arimo"/>
                          <a:ea typeface="Arimo"/>
                          <a:cs typeface="Arimo"/>
                          <a:sym typeface="Arimo"/>
                        </a:rPr>
                        <a:t>kNN Regression </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0.926</a:t>
                      </a:r>
                      <a:endParaRPr sz="1000">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dk1"/>
                          </a:solidFill>
                          <a:latin typeface="Arimo"/>
                          <a:ea typeface="Arimo"/>
                          <a:cs typeface="Arimo"/>
                          <a:sym typeface="Arimo"/>
                        </a:rPr>
                        <a:t>0.122</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04300">
                <a:tc>
                  <a:txBody>
                    <a:bodyPr/>
                    <a:lstStyle/>
                    <a:p>
                      <a:pPr indent="0" lvl="0" marL="0" rtl="0" algn="l">
                        <a:spcBef>
                          <a:spcPts val="0"/>
                        </a:spcBef>
                        <a:spcAft>
                          <a:spcPts val="0"/>
                        </a:spcAft>
                        <a:buNone/>
                      </a:pPr>
                      <a:r>
                        <a:rPr lang="en" sz="1000">
                          <a:solidFill>
                            <a:schemeClr val="dk1"/>
                          </a:solidFill>
                          <a:latin typeface="Arimo"/>
                          <a:ea typeface="Arimo"/>
                          <a:cs typeface="Arimo"/>
                          <a:sym typeface="Arimo"/>
                        </a:rPr>
                        <a:t>Support Vector Regression </a:t>
                      </a:r>
                      <a:endParaRPr sz="1000">
                        <a:solidFill>
                          <a:schemeClr val="dk1"/>
                        </a:solidFill>
                        <a:latin typeface="Arimo"/>
                        <a:ea typeface="Arimo"/>
                        <a:cs typeface="Arimo"/>
                        <a:sym typeface="Arimo"/>
                      </a:endParaRPr>
                    </a:p>
                  </a:txBody>
                  <a:tcPr marT="91425" marB="91425" marR="91425" marL="91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A4C2F4"/>
                    </a:solidFill>
                  </a:tcPr>
                </a:tc>
                <a:tc>
                  <a:txBody>
                    <a:bodyPr/>
                    <a:lstStyle/>
                    <a:p>
                      <a:pPr indent="0" lvl="0" marL="0" rtl="0" algn="l">
                        <a:spcBef>
                          <a:spcPts val="0"/>
                        </a:spcBef>
                        <a:spcAft>
                          <a:spcPts val="0"/>
                        </a:spcAft>
                        <a:buNone/>
                      </a:pPr>
                      <a:r>
                        <a:rPr lang="en" sz="1000">
                          <a:solidFill>
                            <a:schemeClr val="dk1"/>
                          </a:solidFill>
                          <a:latin typeface="Arimo"/>
                          <a:ea typeface="Arimo"/>
                          <a:cs typeface="Arimo"/>
                          <a:sym typeface="Arimo"/>
                        </a:rPr>
                        <a:t>0.960</a:t>
                      </a:r>
                      <a:endParaRPr sz="1000">
                        <a:solidFill>
                          <a:schemeClr val="dk1"/>
                        </a:solidFill>
                        <a:latin typeface="Arimo"/>
                        <a:ea typeface="Arimo"/>
                        <a:cs typeface="Arimo"/>
                        <a:sym typeface="Arimo"/>
                      </a:endParaRPr>
                    </a:p>
                  </a:txBody>
                  <a:tcPr marT="91425" marB="914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A4C2F4"/>
                    </a:solidFill>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0.067</a:t>
                      </a:r>
                      <a:endParaRPr sz="1000">
                        <a:solidFill>
                          <a:schemeClr val="dk1"/>
                        </a:solidFill>
                        <a:latin typeface="Arimo"/>
                        <a:ea typeface="Arimo"/>
                        <a:cs typeface="Arimo"/>
                        <a:sym typeface="Arimo"/>
                      </a:endParaRPr>
                    </a:p>
                  </a:txBody>
                  <a:tcPr marT="91425" marB="914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A4C2F4"/>
                    </a:solidFill>
                  </a:tcPr>
                </a:tc>
              </a:tr>
              <a:tr h="404300">
                <a:tc>
                  <a:txBody>
                    <a:bodyPr/>
                    <a:lstStyle/>
                    <a:p>
                      <a:pPr indent="0" lvl="0" marL="0" rtl="0" algn="l">
                        <a:spcBef>
                          <a:spcPts val="0"/>
                        </a:spcBef>
                        <a:spcAft>
                          <a:spcPts val="0"/>
                        </a:spcAft>
                        <a:buNone/>
                      </a:pPr>
                      <a:r>
                        <a:rPr lang="en" sz="1000">
                          <a:latin typeface="Arimo"/>
                          <a:ea typeface="Arimo"/>
                          <a:cs typeface="Arimo"/>
                          <a:sym typeface="Arimo"/>
                        </a:rPr>
                        <a:t>Random Forest Regression</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0.957</a:t>
                      </a:r>
                      <a:endParaRPr sz="1000">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0.072</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dk2"/>
                      </a:solidFill>
                      <a:prstDash val="solid"/>
                      <a:round/>
                      <a:headEnd len="sm" w="sm" type="none"/>
                      <a:tailEnd len="sm" w="sm" type="none"/>
                    </a:lnB>
                  </a:tcPr>
                </a:tc>
              </a:tr>
              <a:tr h="404300">
                <a:tc>
                  <a:txBody>
                    <a:bodyPr/>
                    <a:lstStyle/>
                    <a:p>
                      <a:pPr indent="0" lvl="0" marL="0" rtl="0" algn="l">
                        <a:spcBef>
                          <a:spcPts val="0"/>
                        </a:spcBef>
                        <a:spcAft>
                          <a:spcPts val="0"/>
                        </a:spcAft>
                        <a:buNone/>
                      </a:pPr>
                      <a:r>
                        <a:rPr lang="en" sz="1000">
                          <a:latin typeface="Arimo"/>
                          <a:ea typeface="Arimo"/>
                          <a:cs typeface="Arimo"/>
                          <a:sym typeface="Arimo"/>
                        </a:rPr>
                        <a:t>Decision Tree Regression </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0.904</a:t>
                      </a:r>
                      <a:endParaRPr sz="1000">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0.159</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04300">
                <a:tc>
                  <a:txBody>
                    <a:bodyPr/>
                    <a:lstStyle/>
                    <a:p>
                      <a:pPr indent="0" lvl="0" marL="0" rtl="0" algn="l">
                        <a:spcBef>
                          <a:spcPts val="0"/>
                        </a:spcBef>
                        <a:spcAft>
                          <a:spcPts val="0"/>
                        </a:spcAft>
                        <a:buNone/>
                      </a:pPr>
                      <a:r>
                        <a:rPr lang="en" sz="1000">
                          <a:latin typeface="Arimo"/>
                          <a:ea typeface="Arimo"/>
                          <a:cs typeface="Arimo"/>
                          <a:sym typeface="Arimo"/>
                        </a:rPr>
                        <a:t>Gradient Boosting Regression</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0.934</a:t>
                      </a:r>
                      <a:endParaRPr sz="1000">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0.109</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53"/>
          <p:cNvSpPr txBox="1"/>
          <p:nvPr>
            <p:ph type="title"/>
          </p:nvPr>
        </p:nvSpPr>
        <p:spPr>
          <a:xfrm>
            <a:off x="612325" y="44657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Grid search vs Random search</a:t>
            </a:r>
            <a:endParaRPr/>
          </a:p>
        </p:txBody>
      </p:sp>
      <p:sp>
        <p:nvSpPr>
          <p:cNvPr id="393" name="Google Shape;393;p53"/>
          <p:cNvSpPr txBox="1"/>
          <p:nvPr/>
        </p:nvSpPr>
        <p:spPr>
          <a:xfrm>
            <a:off x="197100" y="4663650"/>
            <a:ext cx="87498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lt1"/>
                </a:solidFill>
                <a:latin typeface="Open Sans"/>
                <a:ea typeface="Open Sans"/>
                <a:cs typeface="Open Sans"/>
                <a:sym typeface="Open Sans"/>
              </a:rPr>
              <a:t>Conclusion: Random search takes a shorter time but both methods yield similar results</a:t>
            </a:r>
            <a:endParaRPr b="1" sz="1500">
              <a:solidFill>
                <a:schemeClr val="lt1"/>
              </a:solidFill>
              <a:latin typeface="Open Sans"/>
              <a:ea typeface="Open Sans"/>
              <a:cs typeface="Open Sans"/>
              <a:sym typeface="Open Sans"/>
            </a:endParaRPr>
          </a:p>
        </p:txBody>
      </p:sp>
      <p:graphicFrame>
        <p:nvGraphicFramePr>
          <p:cNvPr id="394" name="Google Shape;394;p53"/>
          <p:cNvGraphicFramePr/>
          <p:nvPr/>
        </p:nvGraphicFramePr>
        <p:xfrm>
          <a:off x="684475" y="1398367"/>
          <a:ext cx="3000000" cy="3000000"/>
        </p:xfrm>
        <a:graphic>
          <a:graphicData uri="http://schemas.openxmlformats.org/drawingml/2006/table">
            <a:tbl>
              <a:tblPr>
                <a:noFill/>
                <a:tableStyleId>{903B74ED-40CC-4164-9236-D432A19661F3}</a:tableStyleId>
              </a:tblPr>
              <a:tblGrid>
                <a:gridCol w="3080100"/>
                <a:gridCol w="2124000"/>
                <a:gridCol w="2242725"/>
              </a:tblGrid>
              <a:tr h="521550">
                <a:tc>
                  <a:txBody>
                    <a:bodyPr/>
                    <a:lstStyle/>
                    <a:p>
                      <a:pPr indent="0" lvl="0" marL="0" rtl="0" algn="l">
                        <a:spcBef>
                          <a:spcPts val="0"/>
                        </a:spcBef>
                        <a:spcAft>
                          <a:spcPts val="0"/>
                        </a:spcAft>
                        <a:buNone/>
                      </a:pPr>
                      <a:r>
                        <a:rPr b="1" lang="en" sz="1000">
                          <a:solidFill>
                            <a:schemeClr val="lt1"/>
                          </a:solidFill>
                          <a:latin typeface="Sora"/>
                          <a:ea typeface="Sora"/>
                          <a:cs typeface="Sora"/>
                          <a:sym typeface="Sora"/>
                        </a:rPr>
                        <a:t>Algorithms</a:t>
                      </a:r>
                      <a:endParaRPr b="1" sz="1000">
                        <a:solidFill>
                          <a:schemeClr val="lt1"/>
                        </a:solidFill>
                        <a:latin typeface="Sora"/>
                        <a:ea typeface="Sora"/>
                        <a:cs typeface="Sora"/>
                        <a:sym typeface="Sor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a:txBody>
                    <a:bodyPr/>
                    <a:lstStyle/>
                    <a:p>
                      <a:pPr indent="0" lvl="0" marL="0" rtl="0" algn="l">
                        <a:spcBef>
                          <a:spcPts val="0"/>
                        </a:spcBef>
                        <a:spcAft>
                          <a:spcPts val="1600"/>
                        </a:spcAft>
                        <a:buNone/>
                      </a:pPr>
                      <a:r>
                        <a:rPr b="1" lang="en" sz="1000">
                          <a:solidFill>
                            <a:schemeClr val="lt1"/>
                          </a:solidFill>
                          <a:latin typeface="Sora"/>
                          <a:ea typeface="Sora"/>
                          <a:cs typeface="Sora"/>
                          <a:sym typeface="Sora"/>
                        </a:rPr>
                        <a:t>Grid Search </a:t>
                      </a:r>
                      <a:endParaRPr b="1" sz="1000">
                        <a:solidFill>
                          <a:schemeClr val="lt1"/>
                        </a:solidFill>
                        <a:latin typeface="Sora"/>
                        <a:ea typeface="Sora"/>
                        <a:cs typeface="Sora"/>
                        <a:sym typeface="Sor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a:txBody>
                    <a:bodyPr/>
                    <a:lstStyle/>
                    <a:p>
                      <a:pPr indent="0" lvl="0" marL="0" rtl="0" algn="l">
                        <a:spcBef>
                          <a:spcPts val="0"/>
                        </a:spcBef>
                        <a:spcAft>
                          <a:spcPts val="1600"/>
                        </a:spcAft>
                        <a:buNone/>
                      </a:pPr>
                      <a:r>
                        <a:rPr b="1" lang="en" sz="1000">
                          <a:solidFill>
                            <a:schemeClr val="lt1"/>
                          </a:solidFill>
                          <a:latin typeface="Sora"/>
                          <a:ea typeface="Sora"/>
                          <a:cs typeface="Sora"/>
                          <a:sym typeface="Sora"/>
                        </a:rPr>
                        <a:t>Random Search</a:t>
                      </a:r>
                      <a:endParaRPr b="1" sz="1000">
                        <a:solidFill>
                          <a:schemeClr val="lt1"/>
                        </a:solidFill>
                        <a:latin typeface="Sora"/>
                        <a:ea typeface="Sora"/>
                        <a:cs typeface="Sora"/>
                        <a:sym typeface="Sor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r>
              <a:tr h="521550">
                <a:tc>
                  <a:txBody>
                    <a:bodyPr/>
                    <a:lstStyle/>
                    <a:p>
                      <a:pPr indent="0" lvl="0" marL="0" rtl="0" algn="l">
                        <a:spcBef>
                          <a:spcPts val="0"/>
                        </a:spcBef>
                        <a:spcAft>
                          <a:spcPts val="0"/>
                        </a:spcAft>
                        <a:buNone/>
                      </a:pPr>
                      <a:r>
                        <a:rPr lang="en" sz="1000">
                          <a:latin typeface="Arimo"/>
                          <a:ea typeface="Arimo"/>
                          <a:cs typeface="Arimo"/>
                          <a:sym typeface="Arimo"/>
                        </a:rPr>
                        <a:t>Support Vector Regression </a:t>
                      </a:r>
                      <a:endParaRPr sz="1000">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0.967</a:t>
                      </a:r>
                      <a:endParaRPr sz="1000">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0.967</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521550">
                <a:tc>
                  <a:txBody>
                    <a:bodyPr/>
                    <a:lstStyle/>
                    <a:p>
                      <a:pPr indent="0" lvl="0" marL="0" rtl="0" algn="l">
                        <a:spcBef>
                          <a:spcPts val="0"/>
                        </a:spcBef>
                        <a:spcAft>
                          <a:spcPts val="0"/>
                        </a:spcAft>
                        <a:buNone/>
                      </a:pPr>
                      <a:r>
                        <a:rPr lang="en" sz="1000">
                          <a:latin typeface="Arimo"/>
                          <a:ea typeface="Arimo"/>
                          <a:cs typeface="Arimo"/>
                          <a:sym typeface="Arimo"/>
                        </a:rPr>
                        <a:t>Random Forest Regression</a:t>
                      </a:r>
                      <a:endParaRPr sz="1000">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Clr>
                          <a:schemeClr val="dk1"/>
                        </a:buClr>
                        <a:buSzPts val="1100"/>
                        <a:buFont typeface="Arial"/>
                        <a:buNone/>
                      </a:pPr>
                      <a:r>
                        <a:rPr lang="en" sz="1000">
                          <a:solidFill>
                            <a:schemeClr val="dk1"/>
                          </a:solidFill>
                          <a:latin typeface="Arimo"/>
                          <a:ea typeface="Arimo"/>
                          <a:cs typeface="Arimo"/>
                          <a:sym typeface="Arimo"/>
                        </a:rPr>
                        <a:t>0.953</a:t>
                      </a:r>
                      <a:endParaRPr sz="1000">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0.953</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521550">
                <a:tc>
                  <a:txBody>
                    <a:bodyPr/>
                    <a:lstStyle/>
                    <a:p>
                      <a:pPr indent="0" lvl="0" marL="0" rtl="0" algn="l">
                        <a:spcBef>
                          <a:spcPts val="0"/>
                        </a:spcBef>
                        <a:spcAft>
                          <a:spcPts val="0"/>
                        </a:spcAft>
                        <a:buNone/>
                      </a:pPr>
                      <a:r>
                        <a:rPr lang="en" sz="1000">
                          <a:latin typeface="Arimo"/>
                          <a:ea typeface="Arimo"/>
                          <a:cs typeface="Arimo"/>
                          <a:sym typeface="Arimo"/>
                        </a:rPr>
                        <a:t>Decision Tree Regression </a:t>
                      </a:r>
                      <a:endParaRPr sz="1000">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0.892</a:t>
                      </a:r>
                      <a:endParaRPr sz="1000">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0.891</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521550">
                <a:tc>
                  <a:txBody>
                    <a:bodyPr/>
                    <a:lstStyle/>
                    <a:p>
                      <a:pPr indent="0" lvl="0" marL="0" rtl="0" algn="l">
                        <a:spcBef>
                          <a:spcPts val="0"/>
                        </a:spcBef>
                        <a:spcAft>
                          <a:spcPts val="0"/>
                        </a:spcAft>
                        <a:buNone/>
                      </a:pPr>
                      <a:r>
                        <a:rPr lang="en" sz="1000">
                          <a:latin typeface="Arimo"/>
                          <a:ea typeface="Arimo"/>
                          <a:cs typeface="Arimo"/>
                          <a:sym typeface="Arimo"/>
                        </a:rPr>
                        <a:t>Gradient Boosting Regression</a:t>
                      </a:r>
                      <a:endParaRPr sz="1000">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0.956</a:t>
                      </a:r>
                      <a:endParaRPr sz="1000">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0.956</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54"/>
          <p:cNvSpPr txBox="1"/>
          <p:nvPr>
            <p:ph type="title"/>
          </p:nvPr>
        </p:nvSpPr>
        <p:spPr>
          <a:xfrm rot="-5400000">
            <a:off x="-298275" y="3174400"/>
            <a:ext cx="1882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 </a:t>
            </a:r>
            <a:endParaRPr/>
          </a:p>
        </p:txBody>
      </p:sp>
      <p:graphicFrame>
        <p:nvGraphicFramePr>
          <p:cNvPr id="400" name="Google Shape;400;p54"/>
          <p:cNvGraphicFramePr/>
          <p:nvPr/>
        </p:nvGraphicFramePr>
        <p:xfrm>
          <a:off x="1016488" y="597242"/>
          <a:ext cx="3000000" cy="3000000"/>
        </p:xfrm>
        <a:graphic>
          <a:graphicData uri="http://schemas.openxmlformats.org/drawingml/2006/table">
            <a:tbl>
              <a:tblPr>
                <a:noFill/>
                <a:tableStyleId>{903B74ED-40CC-4164-9236-D432A19661F3}</a:tableStyleId>
              </a:tblPr>
              <a:tblGrid>
                <a:gridCol w="1922250"/>
                <a:gridCol w="1325550"/>
                <a:gridCol w="1399650"/>
                <a:gridCol w="1399650"/>
                <a:gridCol w="1399650"/>
              </a:tblGrid>
              <a:tr h="384450">
                <a:tc rowSpan="2">
                  <a:txBody>
                    <a:bodyPr/>
                    <a:lstStyle/>
                    <a:p>
                      <a:pPr indent="0" lvl="0" marL="0" rtl="0" algn="ctr">
                        <a:spcBef>
                          <a:spcPts val="0"/>
                        </a:spcBef>
                        <a:spcAft>
                          <a:spcPts val="0"/>
                        </a:spcAft>
                        <a:buNone/>
                      </a:pPr>
                      <a:r>
                        <a:rPr b="1" lang="en" sz="1000">
                          <a:solidFill>
                            <a:schemeClr val="lt1"/>
                          </a:solidFill>
                          <a:latin typeface="Sora"/>
                          <a:ea typeface="Sora"/>
                          <a:cs typeface="Sora"/>
                          <a:sym typeface="Sora"/>
                        </a:rPr>
                        <a:t>Algorithms</a:t>
                      </a:r>
                      <a:endParaRPr b="1" sz="1000">
                        <a:solidFill>
                          <a:schemeClr val="lt1"/>
                        </a:solidFill>
                        <a:latin typeface="Sora"/>
                        <a:ea typeface="Sora"/>
                        <a:cs typeface="Sora"/>
                        <a:sym typeface="Sor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gridSpan="2">
                  <a:txBody>
                    <a:bodyPr/>
                    <a:lstStyle/>
                    <a:p>
                      <a:pPr indent="0" lvl="0" marL="0" rtl="0" algn="ctr">
                        <a:spcBef>
                          <a:spcPts val="0"/>
                        </a:spcBef>
                        <a:spcAft>
                          <a:spcPts val="1600"/>
                        </a:spcAft>
                        <a:buNone/>
                      </a:pPr>
                      <a:r>
                        <a:rPr b="1" lang="en" sz="1000">
                          <a:solidFill>
                            <a:schemeClr val="lt1"/>
                          </a:solidFill>
                          <a:latin typeface="Sora"/>
                          <a:ea typeface="Sora"/>
                          <a:cs typeface="Sora"/>
                          <a:sym typeface="Sora"/>
                        </a:rPr>
                        <a:t>Before Tuning </a:t>
                      </a:r>
                      <a:endParaRPr b="1" sz="1000">
                        <a:solidFill>
                          <a:schemeClr val="lt1"/>
                        </a:solidFill>
                        <a:latin typeface="Sora"/>
                        <a:ea typeface="Sora"/>
                        <a:cs typeface="Sora"/>
                        <a:sym typeface="Sor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hMerge="1"/>
                <a:tc gridSpan="2">
                  <a:txBody>
                    <a:bodyPr/>
                    <a:lstStyle/>
                    <a:p>
                      <a:pPr indent="0" lvl="0" marL="0" rtl="0" algn="ctr">
                        <a:spcBef>
                          <a:spcPts val="0"/>
                        </a:spcBef>
                        <a:spcAft>
                          <a:spcPts val="1600"/>
                        </a:spcAft>
                        <a:buNone/>
                      </a:pPr>
                      <a:r>
                        <a:rPr b="1" lang="en" sz="1000">
                          <a:solidFill>
                            <a:schemeClr val="lt1"/>
                          </a:solidFill>
                          <a:latin typeface="Sora"/>
                          <a:ea typeface="Sora"/>
                          <a:cs typeface="Sora"/>
                          <a:sym typeface="Sora"/>
                        </a:rPr>
                        <a:t>After Tuning </a:t>
                      </a:r>
                      <a:endParaRPr b="1" sz="1000">
                        <a:solidFill>
                          <a:schemeClr val="lt1"/>
                        </a:solidFill>
                        <a:latin typeface="Sora"/>
                        <a:ea typeface="Sora"/>
                        <a:cs typeface="Sora"/>
                        <a:sym typeface="Sor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hMerge="1"/>
              </a:tr>
              <a:tr h="384450">
                <a:tc vMerge="1"/>
                <a:tc>
                  <a:txBody>
                    <a:bodyPr/>
                    <a:lstStyle/>
                    <a:p>
                      <a:pPr indent="0" lvl="0" marL="0" rtl="0" algn="l">
                        <a:spcBef>
                          <a:spcPts val="0"/>
                        </a:spcBef>
                        <a:spcAft>
                          <a:spcPts val="1600"/>
                        </a:spcAft>
                        <a:buNone/>
                      </a:pPr>
                      <a:r>
                        <a:rPr b="1" lang="en" sz="1000">
                          <a:solidFill>
                            <a:schemeClr val="lt1"/>
                          </a:solidFill>
                          <a:latin typeface="Sora"/>
                          <a:ea typeface="Sora"/>
                          <a:cs typeface="Sora"/>
                          <a:sym typeface="Sora"/>
                        </a:rPr>
                        <a:t>R2 Scores </a:t>
                      </a:r>
                      <a:endParaRPr b="1" sz="1000">
                        <a:solidFill>
                          <a:schemeClr val="lt1"/>
                        </a:solidFill>
                        <a:latin typeface="Sora"/>
                        <a:ea typeface="Sora"/>
                        <a:cs typeface="Sora"/>
                        <a:sym typeface="Sor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a:txBody>
                    <a:bodyPr/>
                    <a:lstStyle/>
                    <a:p>
                      <a:pPr indent="0" lvl="0" marL="0" rtl="0" algn="l">
                        <a:spcBef>
                          <a:spcPts val="0"/>
                        </a:spcBef>
                        <a:spcAft>
                          <a:spcPts val="1600"/>
                        </a:spcAft>
                        <a:buNone/>
                      </a:pPr>
                      <a:r>
                        <a:rPr b="1" lang="en" sz="1000">
                          <a:solidFill>
                            <a:schemeClr val="lt1"/>
                          </a:solidFill>
                          <a:latin typeface="Sora"/>
                          <a:ea typeface="Sora"/>
                          <a:cs typeface="Sora"/>
                          <a:sym typeface="Sora"/>
                        </a:rPr>
                        <a:t>MSE Scores</a:t>
                      </a:r>
                      <a:endParaRPr b="1" sz="1000">
                        <a:solidFill>
                          <a:schemeClr val="lt1"/>
                        </a:solidFill>
                        <a:latin typeface="Sora"/>
                        <a:ea typeface="Sora"/>
                        <a:cs typeface="Sora"/>
                        <a:sym typeface="Sor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a:txBody>
                    <a:bodyPr/>
                    <a:lstStyle/>
                    <a:p>
                      <a:pPr indent="0" lvl="0" marL="0" rtl="0" algn="l">
                        <a:spcBef>
                          <a:spcPts val="0"/>
                        </a:spcBef>
                        <a:spcAft>
                          <a:spcPts val="1600"/>
                        </a:spcAft>
                        <a:buNone/>
                      </a:pPr>
                      <a:r>
                        <a:rPr b="1" lang="en" sz="1000">
                          <a:solidFill>
                            <a:schemeClr val="lt1"/>
                          </a:solidFill>
                          <a:latin typeface="Sora"/>
                          <a:ea typeface="Sora"/>
                          <a:cs typeface="Sora"/>
                          <a:sym typeface="Sora"/>
                        </a:rPr>
                        <a:t>R2 Scores </a:t>
                      </a:r>
                      <a:endParaRPr b="1" sz="1000">
                        <a:solidFill>
                          <a:schemeClr val="lt1"/>
                        </a:solidFill>
                        <a:latin typeface="Sora"/>
                        <a:ea typeface="Sora"/>
                        <a:cs typeface="Sora"/>
                        <a:sym typeface="Sor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a:txBody>
                    <a:bodyPr/>
                    <a:lstStyle/>
                    <a:p>
                      <a:pPr indent="0" lvl="0" marL="0" rtl="0" algn="l">
                        <a:spcBef>
                          <a:spcPts val="0"/>
                        </a:spcBef>
                        <a:spcAft>
                          <a:spcPts val="1600"/>
                        </a:spcAft>
                        <a:buNone/>
                      </a:pPr>
                      <a:r>
                        <a:rPr b="1" lang="en" sz="1000">
                          <a:solidFill>
                            <a:schemeClr val="lt1"/>
                          </a:solidFill>
                          <a:latin typeface="Sora"/>
                          <a:ea typeface="Sora"/>
                          <a:cs typeface="Sora"/>
                          <a:sym typeface="Sora"/>
                        </a:rPr>
                        <a:t>MSE Scores</a:t>
                      </a:r>
                      <a:endParaRPr b="1" sz="1000">
                        <a:solidFill>
                          <a:schemeClr val="lt1"/>
                        </a:solidFill>
                        <a:latin typeface="Sora"/>
                        <a:ea typeface="Sora"/>
                        <a:cs typeface="Sora"/>
                        <a:sym typeface="Sor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r>
              <a:tr h="384450">
                <a:tc>
                  <a:txBody>
                    <a:bodyPr/>
                    <a:lstStyle/>
                    <a:p>
                      <a:pPr indent="0" lvl="0" marL="0" rtl="0" algn="l">
                        <a:spcBef>
                          <a:spcPts val="0"/>
                        </a:spcBef>
                        <a:spcAft>
                          <a:spcPts val="0"/>
                        </a:spcAft>
                        <a:buNone/>
                      </a:pPr>
                      <a:r>
                        <a:rPr lang="en" sz="1000">
                          <a:latin typeface="Arimo"/>
                          <a:ea typeface="Arimo"/>
                          <a:cs typeface="Arimo"/>
                          <a:sym typeface="Arimo"/>
                        </a:rPr>
                        <a:t>Linear Regression </a:t>
                      </a:r>
                      <a:endParaRPr b="1" sz="1000">
                        <a:solidFill>
                          <a:schemeClr val="dk1"/>
                        </a:solidFill>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0.919</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1600"/>
                        </a:spcAft>
                        <a:buNone/>
                      </a:pPr>
                      <a:r>
                        <a:rPr lang="en" sz="1000">
                          <a:solidFill>
                            <a:schemeClr val="dk1"/>
                          </a:solidFill>
                          <a:latin typeface="Arimo"/>
                          <a:ea typeface="Arimo"/>
                          <a:cs typeface="Arimo"/>
                          <a:sym typeface="Arimo"/>
                        </a:rPr>
                        <a:t>0.134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gridSpan="2">
                  <a:txBody>
                    <a:bodyPr/>
                    <a:lstStyle/>
                    <a:p>
                      <a:pPr indent="0" lvl="0" marL="0" rtl="0" algn="ctr">
                        <a:spcBef>
                          <a:spcPts val="0"/>
                        </a:spcBef>
                        <a:spcAft>
                          <a:spcPts val="0"/>
                        </a:spcAft>
                        <a:buNone/>
                      </a:pPr>
                      <a:r>
                        <a:rPr lang="en" sz="1000">
                          <a:solidFill>
                            <a:schemeClr val="dk1"/>
                          </a:solidFill>
                          <a:latin typeface="Arimo"/>
                          <a:ea typeface="Arimo"/>
                          <a:cs typeface="Arimo"/>
                          <a:sym typeface="Arimo"/>
                        </a:rPr>
                        <a:t>-</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hMerge="1"/>
              </a:tr>
              <a:tr h="384450">
                <a:tc>
                  <a:txBody>
                    <a:bodyPr/>
                    <a:lstStyle/>
                    <a:p>
                      <a:pPr indent="0" lvl="0" marL="0" rtl="0" algn="l">
                        <a:spcBef>
                          <a:spcPts val="0"/>
                        </a:spcBef>
                        <a:spcAft>
                          <a:spcPts val="0"/>
                        </a:spcAft>
                        <a:buNone/>
                      </a:pPr>
                      <a:r>
                        <a:rPr lang="en" sz="1000">
                          <a:latin typeface="Arimo"/>
                          <a:ea typeface="Arimo"/>
                          <a:cs typeface="Arimo"/>
                          <a:sym typeface="Arimo"/>
                        </a:rPr>
                        <a:t>Ridge Regression </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0.919</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0.134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0.919</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0.134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4450">
                <a:tc>
                  <a:txBody>
                    <a:bodyPr/>
                    <a:lstStyle/>
                    <a:p>
                      <a:pPr indent="0" lvl="0" marL="0" rtl="0" algn="l">
                        <a:spcBef>
                          <a:spcPts val="0"/>
                        </a:spcBef>
                        <a:spcAft>
                          <a:spcPts val="0"/>
                        </a:spcAft>
                        <a:buNone/>
                      </a:pPr>
                      <a:r>
                        <a:rPr lang="en" sz="1000">
                          <a:latin typeface="Arimo"/>
                          <a:ea typeface="Arimo"/>
                          <a:cs typeface="Arimo"/>
                          <a:sym typeface="Arimo"/>
                        </a:rPr>
                        <a:t>Lasso Regression </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0.844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0.258</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0.907</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0.154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4450">
                <a:tc>
                  <a:txBody>
                    <a:bodyPr/>
                    <a:lstStyle/>
                    <a:p>
                      <a:pPr indent="0" lvl="0" marL="0" rtl="0" algn="l">
                        <a:spcBef>
                          <a:spcPts val="0"/>
                        </a:spcBef>
                        <a:spcAft>
                          <a:spcPts val="0"/>
                        </a:spcAft>
                        <a:buNone/>
                      </a:pPr>
                      <a:r>
                        <a:rPr lang="en" sz="1000">
                          <a:latin typeface="Arimo"/>
                          <a:ea typeface="Arimo"/>
                          <a:cs typeface="Arimo"/>
                          <a:sym typeface="Arimo"/>
                        </a:rPr>
                        <a:t>kNN Regression </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0.926</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dk1"/>
                          </a:solidFill>
                          <a:latin typeface="Arimo"/>
                          <a:ea typeface="Arimo"/>
                          <a:cs typeface="Arimo"/>
                          <a:sym typeface="Arimo"/>
                        </a:rPr>
                        <a:t>0.122</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0.929</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dk1"/>
                          </a:solidFill>
                          <a:latin typeface="Arimo"/>
                          <a:ea typeface="Arimo"/>
                          <a:cs typeface="Arimo"/>
                          <a:sym typeface="Arimo"/>
                        </a:rPr>
                        <a:t>0.117</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4450">
                <a:tc>
                  <a:txBody>
                    <a:bodyPr/>
                    <a:lstStyle/>
                    <a:p>
                      <a:pPr indent="0" lvl="0" marL="0" rtl="0" algn="l">
                        <a:spcBef>
                          <a:spcPts val="0"/>
                        </a:spcBef>
                        <a:spcAft>
                          <a:spcPts val="0"/>
                        </a:spcAft>
                        <a:buNone/>
                      </a:pPr>
                      <a:r>
                        <a:rPr lang="en" sz="1000">
                          <a:latin typeface="Arimo"/>
                          <a:ea typeface="Arimo"/>
                          <a:cs typeface="Arimo"/>
                          <a:sym typeface="Arimo"/>
                        </a:rPr>
                        <a:t>Support Vector Regression </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0.960</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0.067</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0.963</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0.061</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4450">
                <a:tc>
                  <a:txBody>
                    <a:bodyPr/>
                    <a:lstStyle/>
                    <a:p>
                      <a:pPr indent="0" lvl="0" marL="0" rtl="0" algn="l">
                        <a:spcBef>
                          <a:spcPts val="0"/>
                        </a:spcBef>
                        <a:spcAft>
                          <a:spcPts val="0"/>
                        </a:spcAft>
                        <a:buNone/>
                      </a:pPr>
                      <a:r>
                        <a:rPr lang="en" sz="1000">
                          <a:latin typeface="Arimo"/>
                          <a:ea typeface="Arimo"/>
                          <a:cs typeface="Arimo"/>
                          <a:sym typeface="Arimo"/>
                        </a:rPr>
                        <a:t>Random Forest Regression</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0.957</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0.072</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0.957</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000">
                          <a:solidFill>
                            <a:schemeClr val="dk1"/>
                          </a:solidFill>
                          <a:latin typeface="Arimo"/>
                          <a:ea typeface="Arimo"/>
                          <a:cs typeface="Arimo"/>
                          <a:sym typeface="Arimo"/>
                        </a:rPr>
                        <a:t>0.071</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4450">
                <a:tc>
                  <a:txBody>
                    <a:bodyPr/>
                    <a:lstStyle/>
                    <a:p>
                      <a:pPr indent="0" lvl="0" marL="0" rtl="0" algn="l">
                        <a:spcBef>
                          <a:spcPts val="0"/>
                        </a:spcBef>
                        <a:spcAft>
                          <a:spcPts val="0"/>
                        </a:spcAft>
                        <a:buNone/>
                      </a:pPr>
                      <a:r>
                        <a:rPr lang="en" sz="1000">
                          <a:latin typeface="Arimo"/>
                          <a:ea typeface="Arimo"/>
                          <a:cs typeface="Arimo"/>
                          <a:sym typeface="Arimo"/>
                        </a:rPr>
                        <a:t>Decision Tree Regression </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0.904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0.159</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0.902</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0.163</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4450">
                <a:tc>
                  <a:txBody>
                    <a:bodyPr/>
                    <a:lstStyle/>
                    <a:p>
                      <a:pPr indent="0" lvl="0" marL="0" rtl="0" algn="l">
                        <a:spcBef>
                          <a:spcPts val="0"/>
                        </a:spcBef>
                        <a:spcAft>
                          <a:spcPts val="0"/>
                        </a:spcAft>
                        <a:buNone/>
                      </a:pPr>
                      <a:r>
                        <a:rPr lang="en" sz="1000">
                          <a:latin typeface="Arimo"/>
                          <a:ea typeface="Arimo"/>
                          <a:cs typeface="Arimo"/>
                          <a:sym typeface="Arimo"/>
                        </a:rPr>
                        <a:t>Gradient Boosting Regression</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0.934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0.109</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0.961</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0.065</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55"/>
          <p:cNvSpPr txBox="1"/>
          <p:nvPr>
            <p:ph type="title"/>
          </p:nvPr>
        </p:nvSpPr>
        <p:spPr>
          <a:xfrm rot="-5400000">
            <a:off x="-298275" y="3174400"/>
            <a:ext cx="1882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 </a:t>
            </a:r>
            <a:endParaRPr/>
          </a:p>
        </p:txBody>
      </p:sp>
      <p:graphicFrame>
        <p:nvGraphicFramePr>
          <p:cNvPr id="406" name="Google Shape;406;p55"/>
          <p:cNvGraphicFramePr/>
          <p:nvPr/>
        </p:nvGraphicFramePr>
        <p:xfrm>
          <a:off x="1016488" y="597242"/>
          <a:ext cx="3000000" cy="3000000"/>
        </p:xfrm>
        <a:graphic>
          <a:graphicData uri="http://schemas.openxmlformats.org/drawingml/2006/table">
            <a:tbl>
              <a:tblPr>
                <a:noFill/>
                <a:tableStyleId>{903B74ED-40CC-4164-9236-D432A19661F3}</a:tableStyleId>
              </a:tblPr>
              <a:tblGrid>
                <a:gridCol w="1922250"/>
                <a:gridCol w="1325550"/>
                <a:gridCol w="1399650"/>
                <a:gridCol w="1399650"/>
                <a:gridCol w="1399650"/>
              </a:tblGrid>
              <a:tr h="384450">
                <a:tc rowSpan="2">
                  <a:txBody>
                    <a:bodyPr/>
                    <a:lstStyle/>
                    <a:p>
                      <a:pPr indent="0" lvl="0" marL="0" rtl="0" algn="ctr">
                        <a:spcBef>
                          <a:spcPts val="0"/>
                        </a:spcBef>
                        <a:spcAft>
                          <a:spcPts val="0"/>
                        </a:spcAft>
                        <a:buNone/>
                      </a:pPr>
                      <a:r>
                        <a:rPr b="1" lang="en" sz="1000">
                          <a:solidFill>
                            <a:schemeClr val="lt1"/>
                          </a:solidFill>
                          <a:latin typeface="Sora"/>
                          <a:ea typeface="Sora"/>
                          <a:cs typeface="Sora"/>
                          <a:sym typeface="Sora"/>
                        </a:rPr>
                        <a:t>Algorithms</a:t>
                      </a:r>
                      <a:endParaRPr b="1" sz="1000">
                        <a:solidFill>
                          <a:schemeClr val="lt1"/>
                        </a:solidFill>
                        <a:latin typeface="Sora"/>
                        <a:ea typeface="Sora"/>
                        <a:cs typeface="Sora"/>
                        <a:sym typeface="Sor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gridSpan="2">
                  <a:txBody>
                    <a:bodyPr/>
                    <a:lstStyle/>
                    <a:p>
                      <a:pPr indent="0" lvl="0" marL="0" rtl="0" algn="ctr">
                        <a:spcBef>
                          <a:spcPts val="0"/>
                        </a:spcBef>
                        <a:spcAft>
                          <a:spcPts val="1600"/>
                        </a:spcAft>
                        <a:buNone/>
                      </a:pPr>
                      <a:r>
                        <a:rPr b="1" lang="en" sz="1000">
                          <a:solidFill>
                            <a:schemeClr val="lt1"/>
                          </a:solidFill>
                          <a:latin typeface="Sora"/>
                          <a:ea typeface="Sora"/>
                          <a:cs typeface="Sora"/>
                          <a:sym typeface="Sora"/>
                        </a:rPr>
                        <a:t>Before Tuning </a:t>
                      </a:r>
                      <a:endParaRPr b="1" sz="1000">
                        <a:solidFill>
                          <a:schemeClr val="lt1"/>
                        </a:solidFill>
                        <a:latin typeface="Sora"/>
                        <a:ea typeface="Sora"/>
                        <a:cs typeface="Sora"/>
                        <a:sym typeface="Sor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hMerge="1"/>
                <a:tc gridSpan="2">
                  <a:txBody>
                    <a:bodyPr/>
                    <a:lstStyle/>
                    <a:p>
                      <a:pPr indent="0" lvl="0" marL="0" rtl="0" algn="ctr">
                        <a:spcBef>
                          <a:spcPts val="0"/>
                        </a:spcBef>
                        <a:spcAft>
                          <a:spcPts val="1600"/>
                        </a:spcAft>
                        <a:buNone/>
                      </a:pPr>
                      <a:r>
                        <a:rPr b="1" lang="en" sz="1000">
                          <a:solidFill>
                            <a:schemeClr val="lt1"/>
                          </a:solidFill>
                          <a:latin typeface="Sora"/>
                          <a:ea typeface="Sora"/>
                          <a:cs typeface="Sora"/>
                          <a:sym typeface="Sora"/>
                        </a:rPr>
                        <a:t>After Tuning </a:t>
                      </a:r>
                      <a:endParaRPr b="1" sz="1000">
                        <a:solidFill>
                          <a:schemeClr val="lt1"/>
                        </a:solidFill>
                        <a:latin typeface="Sora"/>
                        <a:ea typeface="Sora"/>
                        <a:cs typeface="Sora"/>
                        <a:sym typeface="Sor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hMerge="1"/>
              </a:tr>
              <a:tr h="384450">
                <a:tc vMerge="1"/>
                <a:tc>
                  <a:txBody>
                    <a:bodyPr/>
                    <a:lstStyle/>
                    <a:p>
                      <a:pPr indent="0" lvl="0" marL="0" rtl="0" algn="l">
                        <a:spcBef>
                          <a:spcPts val="0"/>
                        </a:spcBef>
                        <a:spcAft>
                          <a:spcPts val="1600"/>
                        </a:spcAft>
                        <a:buNone/>
                      </a:pPr>
                      <a:r>
                        <a:rPr b="1" lang="en" sz="1000">
                          <a:solidFill>
                            <a:schemeClr val="lt1"/>
                          </a:solidFill>
                          <a:latin typeface="Sora"/>
                          <a:ea typeface="Sora"/>
                          <a:cs typeface="Sora"/>
                          <a:sym typeface="Sora"/>
                        </a:rPr>
                        <a:t>R2 Scores </a:t>
                      </a:r>
                      <a:endParaRPr b="1" sz="1000">
                        <a:solidFill>
                          <a:schemeClr val="lt1"/>
                        </a:solidFill>
                        <a:latin typeface="Sora"/>
                        <a:ea typeface="Sora"/>
                        <a:cs typeface="Sora"/>
                        <a:sym typeface="Sor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a:txBody>
                    <a:bodyPr/>
                    <a:lstStyle/>
                    <a:p>
                      <a:pPr indent="0" lvl="0" marL="0" rtl="0" algn="l">
                        <a:spcBef>
                          <a:spcPts val="0"/>
                        </a:spcBef>
                        <a:spcAft>
                          <a:spcPts val="1600"/>
                        </a:spcAft>
                        <a:buNone/>
                      </a:pPr>
                      <a:r>
                        <a:rPr b="1" lang="en" sz="1000">
                          <a:solidFill>
                            <a:schemeClr val="lt1"/>
                          </a:solidFill>
                          <a:latin typeface="Sora"/>
                          <a:ea typeface="Sora"/>
                          <a:cs typeface="Sora"/>
                          <a:sym typeface="Sora"/>
                        </a:rPr>
                        <a:t>MSE Scores</a:t>
                      </a:r>
                      <a:endParaRPr b="1" sz="1000">
                        <a:solidFill>
                          <a:schemeClr val="lt1"/>
                        </a:solidFill>
                        <a:latin typeface="Sora"/>
                        <a:ea typeface="Sora"/>
                        <a:cs typeface="Sora"/>
                        <a:sym typeface="Sor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a:txBody>
                    <a:bodyPr/>
                    <a:lstStyle/>
                    <a:p>
                      <a:pPr indent="0" lvl="0" marL="0" rtl="0" algn="l">
                        <a:spcBef>
                          <a:spcPts val="0"/>
                        </a:spcBef>
                        <a:spcAft>
                          <a:spcPts val="1600"/>
                        </a:spcAft>
                        <a:buNone/>
                      </a:pPr>
                      <a:r>
                        <a:rPr b="1" lang="en" sz="1000">
                          <a:solidFill>
                            <a:schemeClr val="lt1"/>
                          </a:solidFill>
                          <a:latin typeface="Sora"/>
                          <a:ea typeface="Sora"/>
                          <a:cs typeface="Sora"/>
                          <a:sym typeface="Sora"/>
                        </a:rPr>
                        <a:t>R2 Scores </a:t>
                      </a:r>
                      <a:endParaRPr b="1" sz="1000">
                        <a:solidFill>
                          <a:schemeClr val="lt1"/>
                        </a:solidFill>
                        <a:latin typeface="Sora"/>
                        <a:ea typeface="Sora"/>
                        <a:cs typeface="Sora"/>
                        <a:sym typeface="Sor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a:txBody>
                    <a:bodyPr/>
                    <a:lstStyle/>
                    <a:p>
                      <a:pPr indent="0" lvl="0" marL="0" rtl="0" algn="l">
                        <a:spcBef>
                          <a:spcPts val="0"/>
                        </a:spcBef>
                        <a:spcAft>
                          <a:spcPts val="1600"/>
                        </a:spcAft>
                        <a:buNone/>
                      </a:pPr>
                      <a:r>
                        <a:rPr b="1" lang="en" sz="1000">
                          <a:solidFill>
                            <a:schemeClr val="lt1"/>
                          </a:solidFill>
                          <a:latin typeface="Sora"/>
                          <a:ea typeface="Sora"/>
                          <a:cs typeface="Sora"/>
                          <a:sym typeface="Sora"/>
                        </a:rPr>
                        <a:t>MSE Scores</a:t>
                      </a:r>
                      <a:endParaRPr b="1" sz="1000">
                        <a:solidFill>
                          <a:schemeClr val="lt1"/>
                        </a:solidFill>
                        <a:latin typeface="Sora"/>
                        <a:ea typeface="Sora"/>
                        <a:cs typeface="Sora"/>
                        <a:sym typeface="Sor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r>
              <a:tr h="384450">
                <a:tc>
                  <a:txBody>
                    <a:bodyPr/>
                    <a:lstStyle/>
                    <a:p>
                      <a:pPr indent="0" lvl="0" marL="0" rtl="0" algn="l">
                        <a:spcBef>
                          <a:spcPts val="0"/>
                        </a:spcBef>
                        <a:spcAft>
                          <a:spcPts val="0"/>
                        </a:spcAft>
                        <a:buNone/>
                      </a:pPr>
                      <a:r>
                        <a:rPr lang="en" sz="1000">
                          <a:latin typeface="Arimo"/>
                          <a:ea typeface="Arimo"/>
                          <a:cs typeface="Arimo"/>
                          <a:sym typeface="Arimo"/>
                        </a:rPr>
                        <a:t>Linear Regression </a:t>
                      </a:r>
                      <a:endParaRPr b="1" sz="1000">
                        <a:solidFill>
                          <a:schemeClr val="dk1"/>
                        </a:solidFill>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0.919</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1600"/>
                        </a:spcAft>
                        <a:buNone/>
                      </a:pPr>
                      <a:r>
                        <a:rPr lang="en" sz="1000">
                          <a:solidFill>
                            <a:schemeClr val="dk1"/>
                          </a:solidFill>
                          <a:latin typeface="Arimo"/>
                          <a:ea typeface="Arimo"/>
                          <a:cs typeface="Arimo"/>
                          <a:sym typeface="Arimo"/>
                        </a:rPr>
                        <a:t>0.134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gridSpan="2">
                  <a:txBody>
                    <a:bodyPr/>
                    <a:lstStyle/>
                    <a:p>
                      <a:pPr indent="0" lvl="0" marL="0" rtl="0" algn="ctr">
                        <a:spcBef>
                          <a:spcPts val="0"/>
                        </a:spcBef>
                        <a:spcAft>
                          <a:spcPts val="0"/>
                        </a:spcAft>
                        <a:buNone/>
                      </a:pPr>
                      <a:r>
                        <a:rPr lang="en" sz="1000">
                          <a:solidFill>
                            <a:schemeClr val="dk1"/>
                          </a:solidFill>
                          <a:latin typeface="Arimo"/>
                          <a:ea typeface="Arimo"/>
                          <a:cs typeface="Arimo"/>
                          <a:sym typeface="Arimo"/>
                        </a:rPr>
                        <a:t>-</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hMerge="1"/>
              </a:tr>
              <a:tr h="384450">
                <a:tc>
                  <a:txBody>
                    <a:bodyPr/>
                    <a:lstStyle/>
                    <a:p>
                      <a:pPr indent="0" lvl="0" marL="0" rtl="0" algn="l">
                        <a:spcBef>
                          <a:spcPts val="0"/>
                        </a:spcBef>
                        <a:spcAft>
                          <a:spcPts val="0"/>
                        </a:spcAft>
                        <a:buNone/>
                      </a:pPr>
                      <a:r>
                        <a:rPr lang="en" sz="1000">
                          <a:latin typeface="Arimo"/>
                          <a:ea typeface="Arimo"/>
                          <a:cs typeface="Arimo"/>
                          <a:sym typeface="Arimo"/>
                        </a:rPr>
                        <a:t>Ridge Regression </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0.919</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0.134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0.919</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0.134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4450">
                <a:tc>
                  <a:txBody>
                    <a:bodyPr/>
                    <a:lstStyle/>
                    <a:p>
                      <a:pPr indent="0" lvl="0" marL="0" rtl="0" algn="l">
                        <a:spcBef>
                          <a:spcPts val="0"/>
                        </a:spcBef>
                        <a:spcAft>
                          <a:spcPts val="0"/>
                        </a:spcAft>
                        <a:buNone/>
                      </a:pPr>
                      <a:r>
                        <a:rPr lang="en" sz="1000">
                          <a:latin typeface="Arimo"/>
                          <a:ea typeface="Arimo"/>
                          <a:cs typeface="Arimo"/>
                          <a:sym typeface="Arimo"/>
                        </a:rPr>
                        <a:t>Lasso Regression </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A4C2F4"/>
                    </a:solidFill>
                  </a:tcPr>
                </a:tc>
                <a:tc>
                  <a:txBody>
                    <a:bodyPr/>
                    <a:lstStyle/>
                    <a:p>
                      <a:pPr indent="0" lvl="0" marL="0" rtl="0" algn="l">
                        <a:spcBef>
                          <a:spcPts val="0"/>
                        </a:spcBef>
                        <a:spcAft>
                          <a:spcPts val="0"/>
                        </a:spcAft>
                        <a:buNone/>
                      </a:pPr>
                      <a:r>
                        <a:rPr lang="en" sz="1000">
                          <a:latin typeface="Arimo"/>
                          <a:ea typeface="Arimo"/>
                          <a:cs typeface="Arimo"/>
                          <a:sym typeface="Arimo"/>
                        </a:rPr>
                        <a:t>0.844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A4C2F4"/>
                    </a:solidFill>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0.258</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A4C2F4"/>
                    </a:solidFill>
                  </a:tcPr>
                </a:tc>
                <a:tc>
                  <a:txBody>
                    <a:bodyPr/>
                    <a:lstStyle/>
                    <a:p>
                      <a:pPr indent="0" lvl="0" marL="0" rtl="0" algn="l">
                        <a:spcBef>
                          <a:spcPts val="0"/>
                        </a:spcBef>
                        <a:spcAft>
                          <a:spcPts val="0"/>
                        </a:spcAft>
                        <a:buNone/>
                      </a:pPr>
                      <a:r>
                        <a:rPr lang="en" sz="1000">
                          <a:latin typeface="Arimo"/>
                          <a:ea typeface="Arimo"/>
                          <a:cs typeface="Arimo"/>
                          <a:sym typeface="Arimo"/>
                        </a:rPr>
                        <a:t>0.907</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A4C2F4"/>
                    </a:solidFill>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0.154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A4C2F4"/>
                    </a:solidFill>
                  </a:tcPr>
                </a:tc>
              </a:tr>
              <a:tr h="384450">
                <a:tc>
                  <a:txBody>
                    <a:bodyPr/>
                    <a:lstStyle/>
                    <a:p>
                      <a:pPr indent="0" lvl="0" marL="0" rtl="0" algn="l">
                        <a:spcBef>
                          <a:spcPts val="0"/>
                        </a:spcBef>
                        <a:spcAft>
                          <a:spcPts val="0"/>
                        </a:spcAft>
                        <a:buNone/>
                      </a:pPr>
                      <a:r>
                        <a:rPr lang="en" sz="1000">
                          <a:latin typeface="Arimo"/>
                          <a:ea typeface="Arimo"/>
                          <a:cs typeface="Arimo"/>
                          <a:sym typeface="Arimo"/>
                        </a:rPr>
                        <a:t>kNN Regression </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0.926</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dk1"/>
                          </a:solidFill>
                          <a:latin typeface="Arimo"/>
                          <a:ea typeface="Arimo"/>
                          <a:cs typeface="Arimo"/>
                          <a:sym typeface="Arimo"/>
                        </a:rPr>
                        <a:t>0.122</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0.929</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dk1"/>
                          </a:solidFill>
                          <a:latin typeface="Arimo"/>
                          <a:ea typeface="Arimo"/>
                          <a:cs typeface="Arimo"/>
                          <a:sym typeface="Arimo"/>
                        </a:rPr>
                        <a:t>0.117</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4450">
                <a:tc>
                  <a:txBody>
                    <a:bodyPr/>
                    <a:lstStyle/>
                    <a:p>
                      <a:pPr indent="0" lvl="0" marL="0" rtl="0" algn="l">
                        <a:spcBef>
                          <a:spcPts val="0"/>
                        </a:spcBef>
                        <a:spcAft>
                          <a:spcPts val="0"/>
                        </a:spcAft>
                        <a:buNone/>
                      </a:pPr>
                      <a:r>
                        <a:rPr lang="en" sz="1000">
                          <a:latin typeface="Arimo"/>
                          <a:ea typeface="Arimo"/>
                          <a:cs typeface="Arimo"/>
                          <a:sym typeface="Arimo"/>
                        </a:rPr>
                        <a:t>Support Vector Regression </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0.960</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0.067</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0.963</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0.061</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4450">
                <a:tc>
                  <a:txBody>
                    <a:bodyPr/>
                    <a:lstStyle/>
                    <a:p>
                      <a:pPr indent="0" lvl="0" marL="0" rtl="0" algn="l">
                        <a:spcBef>
                          <a:spcPts val="0"/>
                        </a:spcBef>
                        <a:spcAft>
                          <a:spcPts val="0"/>
                        </a:spcAft>
                        <a:buNone/>
                      </a:pPr>
                      <a:r>
                        <a:rPr lang="en" sz="1000">
                          <a:latin typeface="Arimo"/>
                          <a:ea typeface="Arimo"/>
                          <a:cs typeface="Arimo"/>
                          <a:sym typeface="Arimo"/>
                        </a:rPr>
                        <a:t>Random Forest Regression</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0.957</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0.072</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0.957</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000">
                          <a:solidFill>
                            <a:schemeClr val="dk1"/>
                          </a:solidFill>
                          <a:latin typeface="Arimo"/>
                          <a:ea typeface="Arimo"/>
                          <a:cs typeface="Arimo"/>
                          <a:sym typeface="Arimo"/>
                        </a:rPr>
                        <a:t>0.071</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4450">
                <a:tc>
                  <a:txBody>
                    <a:bodyPr/>
                    <a:lstStyle/>
                    <a:p>
                      <a:pPr indent="0" lvl="0" marL="0" rtl="0" algn="l">
                        <a:spcBef>
                          <a:spcPts val="0"/>
                        </a:spcBef>
                        <a:spcAft>
                          <a:spcPts val="0"/>
                        </a:spcAft>
                        <a:buNone/>
                      </a:pPr>
                      <a:r>
                        <a:rPr lang="en" sz="1000">
                          <a:latin typeface="Arimo"/>
                          <a:ea typeface="Arimo"/>
                          <a:cs typeface="Arimo"/>
                          <a:sym typeface="Arimo"/>
                        </a:rPr>
                        <a:t>Decision Tree Regression </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0.904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0.159</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0.902</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0.163</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4450">
                <a:tc>
                  <a:txBody>
                    <a:bodyPr/>
                    <a:lstStyle/>
                    <a:p>
                      <a:pPr indent="0" lvl="0" marL="0" rtl="0" algn="l">
                        <a:spcBef>
                          <a:spcPts val="0"/>
                        </a:spcBef>
                        <a:spcAft>
                          <a:spcPts val="0"/>
                        </a:spcAft>
                        <a:buNone/>
                      </a:pPr>
                      <a:r>
                        <a:rPr lang="en" sz="1000">
                          <a:latin typeface="Arimo"/>
                          <a:ea typeface="Arimo"/>
                          <a:cs typeface="Arimo"/>
                          <a:sym typeface="Arimo"/>
                        </a:rPr>
                        <a:t>Gradient Boosting Regression</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0.934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0.109</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0.961</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0.065</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56"/>
          <p:cNvSpPr txBox="1"/>
          <p:nvPr>
            <p:ph type="title"/>
          </p:nvPr>
        </p:nvSpPr>
        <p:spPr>
          <a:xfrm rot="-5400000">
            <a:off x="-298275" y="3174400"/>
            <a:ext cx="1882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 </a:t>
            </a:r>
            <a:endParaRPr/>
          </a:p>
        </p:txBody>
      </p:sp>
      <p:graphicFrame>
        <p:nvGraphicFramePr>
          <p:cNvPr id="412" name="Google Shape;412;p56"/>
          <p:cNvGraphicFramePr/>
          <p:nvPr/>
        </p:nvGraphicFramePr>
        <p:xfrm>
          <a:off x="1016488" y="597242"/>
          <a:ext cx="3000000" cy="3000000"/>
        </p:xfrm>
        <a:graphic>
          <a:graphicData uri="http://schemas.openxmlformats.org/drawingml/2006/table">
            <a:tbl>
              <a:tblPr>
                <a:noFill/>
                <a:tableStyleId>{903B74ED-40CC-4164-9236-D432A19661F3}</a:tableStyleId>
              </a:tblPr>
              <a:tblGrid>
                <a:gridCol w="1922250"/>
                <a:gridCol w="1325550"/>
                <a:gridCol w="1399650"/>
                <a:gridCol w="1399650"/>
                <a:gridCol w="1399650"/>
              </a:tblGrid>
              <a:tr h="384450">
                <a:tc rowSpan="2">
                  <a:txBody>
                    <a:bodyPr/>
                    <a:lstStyle/>
                    <a:p>
                      <a:pPr indent="0" lvl="0" marL="0" rtl="0" algn="ctr">
                        <a:spcBef>
                          <a:spcPts val="0"/>
                        </a:spcBef>
                        <a:spcAft>
                          <a:spcPts val="0"/>
                        </a:spcAft>
                        <a:buNone/>
                      </a:pPr>
                      <a:r>
                        <a:rPr b="1" lang="en" sz="1000">
                          <a:solidFill>
                            <a:schemeClr val="lt1"/>
                          </a:solidFill>
                          <a:latin typeface="Sora"/>
                          <a:ea typeface="Sora"/>
                          <a:cs typeface="Sora"/>
                          <a:sym typeface="Sora"/>
                        </a:rPr>
                        <a:t>Algorithms</a:t>
                      </a:r>
                      <a:endParaRPr b="1" sz="1000">
                        <a:solidFill>
                          <a:schemeClr val="lt1"/>
                        </a:solidFill>
                        <a:latin typeface="Sora"/>
                        <a:ea typeface="Sora"/>
                        <a:cs typeface="Sora"/>
                        <a:sym typeface="Sor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gridSpan="2">
                  <a:txBody>
                    <a:bodyPr/>
                    <a:lstStyle/>
                    <a:p>
                      <a:pPr indent="0" lvl="0" marL="0" rtl="0" algn="ctr">
                        <a:spcBef>
                          <a:spcPts val="0"/>
                        </a:spcBef>
                        <a:spcAft>
                          <a:spcPts val="1600"/>
                        </a:spcAft>
                        <a:buNone/>
                      </a:pPr>
                      <a:r>
                        <a:rPr b="1" lang="en" sz="1000">
                          <a:solidFill>
                            <a:schemeClr val="lt1"/>
                          </a:solidFill>
                          <a:latin typeface="Sora"/>
                          <a:ea typeface="Sora"/>
                          <a:cs typeface="Sora"/>
                          <a:sym typeface="Sora"/>
                        </a:rPr>
                        <a:t>Before Tuning </a:t>
                      </a:r>
                      <a:endParaRPr b="1" sz="1000">
                        <a:solidFill>
                          <a:schemeClr val="lt1"/>
                        </a:solidFill>
                        <a:latin typeface="Sora"/>
                        <a:ea typeface="Sora"/>
                        <a:cs typeface="Sora"/>
                        <a:sym typeface="Sor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hMerge="1"/>
                <a:tc gridSpan="2">
                  <a:txBody>
                    <a:bodyPr/>
                    <a:lstStyle/>
                    <a:p>
                      <a:pPr indent="0" lvl="0" marL="0" rtl="0" algn="ctr">
                        <a:spcBef>
                          <a:spcPts val="0"/>
                        </a:spcBef>
                        <a:spcAft>
                          <a:spcPts val="1600"/>
                        </a:spcAft>
                        <a:buNone/>
                      </a:pPr>
                      <a:r>
                        <a:rPr b="1" lang="en" sz="1000">
                          <a:solidFill>
                            <a:schemeClr val="lt1"/>
                          </a:solidFill>
                          <a:latin typeface="Sora"/>
                          <a:ea typeface="Sora"/>
                          <a:cs typeface="Sora"/>
                          <a:sym typeface="Sora"/>
                        </a:rPr>
                        <a:t>After Tuning </a:t>
                      </a:r>
                      <a:endParaRPr b="1" sz="1000">
                        <a:solidFill>
                          <a:schemeClr val="lt1"/>
                        </a:solidFill>
                        <a:latin typeface="Sora"/>
                        <a:ea typeface="Sora"/>
                        <a:cs typeface="Sora"/>
                        <a:sym typeface="Sor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hMerge="1"/>
              </a:tr>
              <a:tr h="384450">
                <a:tc vMerge="1"/>
                <a:tc>
                  <a:txBody>
                    <a:bodyPr/>
                    <a:lstStyle/>
                    <a:p>
                      <a:pPr indent="0" lvl="0" marL="0" rtl="0" algn="l">
                        <a:spcBef>
                          <a:spcPts val="0"/>
                        </a:spcBef>
                        <a:spcAft>
                          <a:spcPts val="1600"/>
                        </a:spcAft>
                        <a:buNone/>
                      </a:pPr>
                      <a:r>
                        <a:rPr b="1" lang="en" sz="1000">
                          <a:solidFill>
                            <a:schemeClr val="lt1"/>
                          </a:solidFill>
                          <a:latin typeface="Sora"/>
                          <a:ea typeface="Sora"/>
                          <a:cs typeface="Sora"/>
                          <a:sym typeface="Sora"/>
                        </a:rPr>
                        <a:t>R2 Scores </a:t>
                      </a:r>
                      <a:endParaRPr b="1" sz="1000">
                        <a:solidFill>
                          <a:schemeClr val="lt1"/>
                        </a:solidFill>
                        <a:latin typeface="Sora"/>
                        <a:ea typeface="Sora"/>
                        <a:cs typeface="Sora"/>
                        <a:sym typeface="Sor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a:txBody>
                    <a:bodyPr/>
                    <a:lstStyle/>
                    <a:p>
                      <a:pPr indent="0" lvl="0" marL="0" rtl="0" algn="l">
                        <a:spcBef>
                          <a:spcPts val="0"/>
                        </a:spcBef>
                        <a:spcAft>
                          <a:spcPts val="1600"/>
                        </a:spcAft>
                        <a:buNone/>
                      </a:pPr>
                      <a:r>
                        <a:rPr b="1" lang="en" sz="1000">
                          <a:solidFill>
                            <a:schemeClr val="lt1"/>
                          </a:solidFill>
                          <a:latin typeface="Sora"/>
                          <a:ea typeface="Sora"/>
                          <a:cs typeface="Sora"/>
                          <a:sym typeface="Sora"/>
                        </a:rPr>
                        <a:t>MSE Scores</a:t>
                      </a:r>
                      <a:endParaRPr b="1" sz="1000">
                        <a:solidFill>
                          <a:schemeClr val="lt1"/>
                        </a:solidFill>
                        <a:latin typeface="Sora"/>
                        <a:ea typeface="Sora"/>
                        <a:cs typeface="Sora"/>
                        <a:sym typeface="Sor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a:txBody>
                    <a:bodyPr/>
                    <a:lstStyle/>
                    <a:p>
                      <a:pPr indent="0" lvl="0" marL="0" rtl="0" algn="l">
                        <a:spcBef>
                          <a:spcPts val="0"/>
                        </a:spcBef>
                        <a:spcAft>
                          <a:spcPts val="1600"/>
                        </a:spcAft>
                        <a:buNone/>
                      </a:pPr>
                      <a:r>
                        <a:rPr b="1" lang="en" sz="1000">
                          <a:solidFill>
                            <a:schemeClr val="lt1"/>
                          </a:solidFill>
                          <a:latin typeface="Sora"/>
                          <a:ea typeface="Sora"/>
                          <a:cs typeface="Sora"/>
                          <a:sym typeface="Sora"/>
                        </a:rPr>
                        <a:t>R2 Scores </a:t>
                      </a:r>
                      <a:endParaRPr b="1" sz="1000">
                        <a:solidFill>
                          <a:schemeClr val="lt1"/>
                        </a:solidFill>
                        <a:latin typeface="Sora"/>
                        <a:ea typeface="Sora"/>
                        <a:cs typeface="Sora"/>
                        <a:sym typeface="Sor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a:txBody>
                    <a:bodyPr/>
                    <a:lstStyle/>
                    <a:p>
                      <a:pPr indent="0" lvl="0" marL="0" rtl="0" algn="l">
                        <a:spcBef>
                          <a:spcPts val="0"/>
                        </a:spcBef>
                        <a:spcAft>
                          <a:spcPts val="1600"/>
                        </a:spcAft>
                        <a:buNone/>
                      </a:pPr>
                      <a:r>
                        <a:rPr b="1" lang="en" sz="1000">
                          <a:solidFill>
                            <a:schemeClr val="lt1"/>
                          </a:solidFill>
                          <a:latin typeface="Sora"/>
                          <a:ea typeface="Sora"/>
                          <a:cs typeface="Sora"/>
                          <a:sym typeface="Sora"/>
                        </a:rPr>
                        <a:t>MSE Scores</a:t>
                      </a:r>
                      <a:endParaRPr b="1" sz="1000">
                        <a:solidFill>
                          <a:schemeClr val="lt1"/>
                        </a:solidFill>
                        <a:latin typeface="Sora"/>
                        <a:ea typeface="Sora"/>
                        <a:cs typeface="Sora"/>
                        <a:sym typeface="Sor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r>
              <a:tr h="384450">
                <a:tc>
                  <a:txBody>
                    <a:bodyPr/>
                    <a:lstStyle/>
                    <a:p>
                      <a:pPr indent="0" lvl="0" marL="0" rtl="0" algn="l">
                        <a:spcBef>
                          <a:spcPts val="0"/>
                        </a:spcBef>
                        <a:spcAft>
                          <a:spcPts val="0"/>
                        </a:spcAft>
                        <a:buNone/>
                      </a:pPr>
                      <a:r>
                        <a:rPr lang="en" sz="1000">
                          <a:latin typeface="Arimo"/>
                          <a:ea typeface="Arimo"/>
                          <a:cs typeface="Arimo"/>
                          <a:sym typeface="Arimo"/>
                        </a:rPr>
                        <a:t>Linear Regression </a:t>
                      </a:r>
                      <a:endParaRPr b="1" sz="1000">
                        <a:solidFill>
                          <a:schemeClr val="dk1"/>
                        </a:solidFill>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0.919</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1600"/>
                        </a:spcAft>
                        <a:buNone/>
                      </a:pPr>
                      <a:r>
                        <a:rPr lang="en" sz="1000">
                          <a:solidFill>
                            <a:schemeClr val="dk1"/>
                          </a:solidFill>
                          <a:latin typeface="Arimo"/>
                          <a:ea typeface="Arimo"/>
                          <a:cs typeface="Arimo"/>
                          <a:sym typeface="Arimo"/>
                        </a:rPr>
                        <a:t>0.134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gridSpan="2">
                  <a:txBody>
                    <a:bodyPr/>
                    <a:lstStyle/>
                    <a:p>
                      <a:pPr indent="0" lvl="0" marL="0" rtl="0" algn="ctr">
                        <a:spcBef>
                          <a:spcPts val="0"/>
                        </a:spcBef>
                        <a:spcAft>
                          <a:spcPts val="0"/>
                        </a:spcAft>
                        <a:buNone/>
                      </a:pPr>
                      <a:r>
                        <a:rPr lang="en" sz="1000">
                          <a:solidFill>
                            <a:schemeClr val="dk1"/>
                          </a:solidFill>
                          <a:latin typeface="Arimo"/>
                          <a:ea typeface="Arimo"/>
                          <a:cs typeface="Arimo"/>
                          <a:sym typeface="Arimo"/>
                        </a:rPr>
                        <a:t>-</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hMerge="1"/>
              </a:tr>
              <a:tr h="384450">
                <a:tc>
                  <a:txBody>
                    <a:bodyPr/>
                    <a:lstStyle/>
                    <a:p>
                      <a:pPr indent="0" lvl="0" marL="0" rtl="0" algn="l">
                        <a:spcBef>
                          <a:spcPts val="0"/>
                        </a:spcBef>
                        <a:spcAft>
                          <a:spcPts val="0"/>
                        </a:spcAft>
                        <a:buNone/>
                      </a:pPr>
                      <a:r>
                        <a:rPr lang="en" sz="1000">
                          <a:latin typeface="Arimo"/>
                          <a:ea typeface="Arimo"/>
                          <a:cs typeface="Arimo"/>
                          <a:sym typeface="Arimo"/>
                        </a:rPr>
                        <a:t>Ridge Regression </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0.919</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0.134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0.919</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0.134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4450">
                <a:tc>
                  <a:txBody>
                    <a:bodyPr/>
                    <a:lstStyle/>
                    <a:p>
                      <a:pPr indent="0" lvl="0" marL="0" rtl="0" algn="l">
                        <a:spcBef>
                          <a:spcPts val="0"/>
                        </a:spcBef>
                        <a:spcAft>
                          <a:spcPts val="0"/>
                        </a:spcAft>
                        <a:buNone/>
                      </a:pPr>
                      <a:r>
                        <a:rPr lang="en" sz="1000">
                          <a:latin typeface="Arimo"/>
                          <a:ea typeface="Arimo"/>
                          <a:cs typeface="Arimo"/>
                          <a:sym typeface="Arimo"/>
                        </a:rPr>
                        <a:t>Lasso Regression </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0.844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0.258</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0.907</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0.154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4450">
                <a:tc>
                  <a:txBody>
                    <a:bodyPr/>
                    <a:lstStyle/>
                    <a:p>
                      <a:pPr indent="0" lvl="0" marL="0" rtl="0" algn="l">
                        <a:spcBef>
                          <a:spcPts val="0"/>
                        </a:spcBef>
                        <a:spcAft>
                          <a:spcPts val="0"/>
                        </a:spcAft>
                        <a:buNone/>
                      </a:pPr>
                      <a:r>
                        <a:rPr lang="en" sz="1000">
                          <a:latin typeface="Arimo"/>
                          <a:ea typeface="Arimo"/>
                          <a:cs typeface="Arimo"/>
                          <a:sym typeface="Arimo"/>
                        </a:rPr>
                        <a:t>kNN Regression </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0.926</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dk1"/>
                          </a:solidFill>
                          <a:latin typeface="Arimo"/>
                          <a:ea typeface="Arimo"/>
                          <a:cs typeface="Arimo"/>
                          <a:sym typeface="Arimo"/>
                        </a:rPr>
                        <a:t>0.122</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0.929</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dk1"/>
                          </a:solidFill>
                          <a:latin typeface="Arimo"/>
                          <a:ea typeface="Arimo"/>
                          <a:cs typeface="Arimo"/>
                          <a:sym typeface="Arimo"/>
                        </a:rPr>
                        <a:t>0.117</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4450">
                <a:tc>
                  <a:txBody>
                    <a:bodyPr/>
                    <a:lstStyle/>
                    <a:p>
                      <a:pPr indent="0" lvl="0" marL="0" rtl="0" algn="l">
                        <a:spcBef>
                          <a:spcPts val="0"/>
                        </a:spcBef>
                        <a:spcAft>
                          <a:spcPts val="0"/>
                        </a:spcAft>
                        <a:buNone/>
                      </a:pPr>
                      <a:r>
                        <a:rPr lang="en" sz="1000">
                          <a:latin typeface="Arimo"/>
                          <a:ea typeface="Arimo"/>
                          <a:cs typeface="Arimo"/>
                          <a:sym typeface="Arimo"/>
                        </a:rPr>
                        <a:t>Support Vector Regression </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A4C2F4"/>
                    </a:solidFill>
                  </a:tcPr>
                </a:tc>
                <a:tc>
                  <a:txBody>
                    <a:bodyPr/>
                    <a:lstStyle/>
                    <a:p>
                      <a:pPr indent="0" lvl="0" marL="0" rtl="0" algn="l">
                        <a:spcBef>
                          <a:spcPts val="0"/>
                        </a:spcBef>
                        <a:spcAft>
                          <a:spcPts val="0"/>
                        </a:spcAft>
                        <a:buNone/>
                      </a:pPr>
                      <a:r>
                        <a:rPr lang="en" sz="1000">
                          <a:latin typeface="Arimo"/>
                          <a:ea typeface="Arimo"/>
                          <a:cs typeface="Arimo"/>
                          <a:sym typeface="Arimo"/>
                        </a:rPr>
                        <a:t>0.960</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A4C2F4"/>
                    </a:solidFill>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0.067</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A4C2F4"/>
                    </a:solidFill>
                  </a:tcPr>
                </a:tc>
                <a:tc>
                  <a:txBody>
                    <a:bodyPr/>
                    <a:lstStyle/>
                    <a:p>
                      <a:pPr indent="0" lvl="0" marL="0" rtl="0" algn="l">
                        <a:spcBef>
                          <a:spcPts val="0"/>
                        </a:spcBef>
                        <a:spcAft>
                          <a:spcPts val="0"/>
                        </a:spcAft>
                        <a:buNone/>
                      </a:pPr>
                      <a:r>
                        <a:rPr lang="en" sz="1000">
                          <a:latin typeface="Arimo"/>
                          <a:ea typeface="Arimo"/>
                          <a:cs typeface="Arimo"/>
                          <a:sym typeface="Arimo"/>
                        </a:rPr>
                        <a:t>0.963</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A4C2F4"/>
                    </a:solidFill>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0.061</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A4C2F4"/>
                    </a:solidFill>
                  </a:tcPr>
                </a:tc>
              </a:tr>
              <a:tr h="384450">
                <a:tc>
                  <a:txBody>
                    <a:bodyPr/>
                    <a:lstStyle/>
                    <a:p>
                      <a:pPr indent="0" lvl="0" marL="0" rtl="0" algn="l">
                        <a:spcBef>
                          <a:spcPts val="0"/>
                        </a:spcBef>
                        <a:spcAft>
                          <a:spcPts val="0"/>
                        </a:spcAft>
                        <a:buNone/>
                      </a:pPr>
                      <a:r>
                        <a:rPr lang="en" sz="1000">
                          <a:latin typeface="Arimo"/>
                          <a:ea typeface="Arimo"/>
                          <a:cs typeface="Arimo"/>
                          <a:sym typeface="Arimo"/>
                        </a:rPr>
                        <a:t>Random Forest Regression</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0.957</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0.072</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0.957</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000">
                          <a:solidFill>
                            <a:schemeClr val="dk1"/>
                          </a:solidFill>
                          <a:latin typeface="Arimo"/>
                          <a:ea typeface="Arimo"/>
                          <a:cs typeface="Arimo"/>
                          <a:sym typeface="Arimo"/>
                        </a:rPr>
                        <a:t>0.071</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4450">
                <a:tc>
                  <a:txBody>
                    <a:bodyPr/>
                    <a:lstStyle/>
                    <a:p>
                      <a:pPr indent="0" lvl="0" marL="0" rtl="0" algn="l">
                        <a:spcBef>
                          <a:spcPts val="0"/>
                        </a:spcBef>
                        <a:spcAft>
                          <a:spcPts val="0"/>
                        </a:spcAft>
                        <a:buNone/>
                      </a:pPr>
                      <a:r>
                        <a:rPr lang="en" sz="1000">
                          <a:latin typeface="Arimo"/>
                          <a:ea typeface="Arimo"/>
                          <a:cs typeface="Arimo"/>
                          <a:sym typeface="Arimo"/>
                        </a:rPr>
                        <a:t>Decision Tree Regression </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0.904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0.159</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0.902</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0.163</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4450">
                <a:tc>
                  <a:txBody>
                    <a:bodyPr/>
                    <a:lstStyle/>
                    <a:p>
                      <a:pPr indent="0" lvl="0" marL="0" rtl="0" algn="l">
                        <a:spcBef>
                          <a:spcPts val="0"/>
                        </a:spcBef>
                        <a:spcAft>
                          <a:spcPts val="0"/>
                        </a:spcAft>
                        <a:buNone/>
                      </a:pPr>
                      <a:r>
                        <a:rPr lang="en" sz="1000">
                          <a:latin typeface="Arimo"/>
                          <a:ea typeface="Arimo"/>
                          <a:cs typeface="Arimo"/>
                          <a:sym typeface="Arimo"/>
                        </a:rPr>
                        <a:t>Gradient Boosting Regression</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0.934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0.109</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0.961</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0.065</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57"/>
          <p:cNvSpPr txBox="1"/>
          <p:nvPr>
            <p:ph type="title"/>
          </p:nvPr>
        </p:nvSpPr>
        <p:spPr>
          <a:xfrm>
            <a:off x="275425" y="4358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Simple Neural Network</a:t>
            </a:r>
            <a:endParaRPr/>
          </a:p>
        </p:txBody>
      </p:sp>
      <p:sp>
        <p:nvSpPr>
          <p:cNvPr id="418" name="Google Shape;418;p57"/>
          <p:cNvSpPr txBox="1"/>
          <p:nvPr/>
        </p:nvSpPr>
        <p:spPr>
          <a:xfrm>
            <a:off x="509400" y="1190500"/>
            <a:ext cx="4143900" cy="180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Arimo"/>
                <a:ea typeface="Arimo"/>
                <a:cs typeface="Arimo"/>
                <a:sym typeface="Arimo"/>
              </a:rPr>
              <a:t>Original Model</a:t>
            </a:r>
            <a:endParaRPr>
              <a:solidFill>
                <a:schemeClr val="dk1"/>
              </a:solidFill>
              <a:latin typeface="Arimo"/>
              <a:ea typeface="Arimo"/>
              <a:cs typeface="Arimo"/>
              <a:sym typeface="Arimo"/>
            </a:endParaRPr>
          </a:p>
          <a:p>
            <a:pPr indent="0" lvl="0" marL="0" rtl="0" algn="l">
              <a:spcBef>
                <a:spcPts val="0"/>
              </a:spcBef>
              <a:spcAft>
                <a:spcPts val="0"/>
              </a:spcAft>
              <a:buNone/>
            </a:pPr>
            <a:r>
              <a:t/>
            </a:r>
            <a:endParaRPr>
              <a:solidFill>
                <a:schemeClr val="dk1"/>
              </a:solidFill>
              <a:latin typeface="Arimo"/>
              <a:ea typeface="Arimo"/>
              <a:cs typeface="Arimo"/>
              <a:sym typeface="Arimo"/>
            </a:endParaRPr>
          </a:p>
          <a:p>
            <a:pPr indent="-317500" lvl="0" marL="457200" rtl="0" algn="l">
              <a:lnSpc>
                <a:spcPct val="150000"/>
              </a:lnSpc>
              <a:spcBef>
                <a:spcPts val="0"/>
              </a:spcBef>
              <a:spcAft>
                <a:spcPts val="0"/>
              </a:spcAft>
              <a:buClr>
                <a:schemeClr val="dk1"/>
              </a:buClr>
              <a:buSzPts val="1400"/>
              <a:buFont typeface="Arimo"/>
              <a:buChar char="❏"/>
            </a:pPr>
            <a:r>
              <a:rPr lang="en">
                <a:solidFill>
                  <a:schemeClr val="dk1"/>
                </a:solidFill>
                <a:latin typeface="Arimo"/>
                <a:ea typeface="Arimo"/>
                <a:cs typeface="Arimo"/>
                <a:sym typeface="Arimo"/>
              </a:rPr>
              <a:t>3 Dense layers &amp; 2 Dropout layers</a:t>
            </a:r>
            <a:endParaRPr>
              <a:solidFill>
                <a:schemeClr val="dk1"/>
              </a:solidFill>
              <a:latin typeface="Arimo"/>
              <a:ea typeface="Arimo"/>
              <a:cs typeface="Arimo"/>
              <a:sym typeface="Arimo"/>
            </a:endParaRPr>
          </a:p>
          <a:p>
            <a:pPr indent="-317500" lvl="0" marL="457200" rtl="0" algn="l">
              <a:lnSpc>
                <a:spcPct val="150000"/>
              </a:lnSpc>
              <a:spcBef>
                <a:spcPts val="0"/>
              </a:spcBef>
              <a:spcAft>
                <a:spcPts val="0"/>
              </a:spcAft>
              <a:buClr>
                <a:schemeClr val="dk1"/>
              </a:buClr>
              <a:buSzPts val="1400"/>
              <a:buFont typeface="Arimo"/>
              <a:buChar char="❏"/>
            </a:pPr>
            <a:r>
              <a:rPr lang="en">
                <a:solidFill>
                  <a:schemeClr val="dk1"/>
                </a:solidFill>
                <a:latin typeface="Arimo"/>
                <a:ea typeface="Arimo"/>
                <a:cs typeface="Arimo"/>
                <a:sym typeface="Arimo"/>
              </a:rPr>
              <a:t>64 neurons in input and hidden layer</a:t>
            </a:r>
            <a:endParaRPr>
              <a:solidFill>
                <a:schemeClr val="dk1"/>
              </a:solidFill>
              <a:latin typeface="Arimo"/>
              <a:ea typeface="Arimo"/>
              <a:cs typeface="Arimo"/>
              <a:sym typeface="Arimo"/>
            </a:endParaRPr>
          </a:p>
          <a:p>
            <a:pPr indent="-317500" lvl="0" marL="457200" rtl="0" algn="l">
              <a:lnSpc>
                <a:spcPct val="150000"/>
              </a:lnSpc>
              <a:spcBef>
                <a:spcPts val="0"/>
              </a:spcBef>
              <a:spcAft>
                <a:spcPts val="0"/>
              </a:spcAft>
              <a:buClr>
                <a:schemeClr val="dk1"/>
              </a:buClr>
              <a:buSzPts val="1400"/>
              <a:buFont typeface="Arimo"/>
              <a:buChar char="❏"/>
            </a:pPr>
            <a:r>
              <a:rPr lang="en">
                <a:solidFill>
                  <a:schemeClr val="dk1"/>
                </a:solidFill>
                <a:latin typeface="Arimo"/>
                <a:ea typeface="Arimo"/>
                <a:cs typeface="Arimo"/>
                <a:sym typeface="Arimo"/>
              </a:rPr>
              <a:t>Epochs = 10</a:t>
            </a:r>
            <a:endParaRPr>
              <a:solidFill>
                <a:schemeClr val="dk1"/>
              </a:solidFill>
              <a:latin typeface="Arimo"/>
              <a:ea typeface="Arimo"/>
              <a:cs typeface="Arimo"/>
              <a:sym typeface="Arimo"/>
            </a:endParaRPr>
          </a:p>
          <a:p>
            <a:pPr indent="-317500" lvl="0" marL="457200" rtl="0" algn="l">
              <a:lnSpc>
                <a:spcPct val="150000"/>
              </a:lnSpc>
              <a:spcBef>
                <a:spcPts val="0"/>
              </a:spcBef>
              <a:spcAft>
                <a:spcPts val="0"/>
              </a:spcAft>
              <a:buClr>
                <a:schemeClr val="dk1"/>
              </a:buClr>
              <a:buSzPts val="1400"/>
              <a:buFont typeface="Arimo"/>
              <a:buChar char="❏"/>
            </a:pPr>
            <a:r>
              <a:rPr lang="en">
                <a:solidFill>
                  <a:schemeClr val="dk1"/>
                </a:solidFill>
                <a:latin typeface="Arimo"/>
                <a:ea typeface="Arimo"/>
                <a:cs typeface="Arimo"/>
                <a:sym typeface="Arimo"/>
              </a:rPr>
              <a:t>Batch Size = 64</a:t>
            </a:r>
            <a:endParaRPr/>
          </a:p>
        </p:txBody>
      </p:sp>
      <p:pic>
        <p:nvPicPr>
          <p:cNvPr id="419" name="Google Shape;419;p57"/>
          <p:cNvPicPr preferRelativeResize="0"/>
          <p:nvPr/>
        </p:nvPicPr>
        <p:blipFill>
          <a:blip r:embed="rId3">
            <a:alphaModFix/>
          </a:blip>
          <a:stretch>
            <a:fillRect/>
          </a:stretch>
        </p:blipFill>
        <p:spPr>
          <a:xfrm>
            <a:off x="604725" y="3077650"/>
            <a:ext cx="4143950" cy="1377400"/>
          </a:xfrm>
          <a:prstGeom prst="rect">
            <a:avLst/>
          </a:prstGeom>
          <a:noFill/>
          <a:ln>
            <a:noFill/>
          </a:ln>
        </p:spPr>
      </p:pic>
      <p:pic>
        <p:nvPicPr>
          <p:cNvPr id="420" name="Google Shape;420;p57"/>
          <p:cNvPicPr preferRelativeResize="0"/>
          <p:nvPr/>
        </p:nvPicPr>
        <p:blipFill>
          <a:blip r:embed="rId4">
            <a:alphaModFix/>
          </a:blip>
          <a:stretch>
            <a:fillRect/>
          </a:stretch>
        </p:blipFill>
        <p:spPr>
          <a:xfrm>
            <a:off x="4939750" y="1190500"/>
            <a:ext cx="3464091" cy="32645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58"/>
          <p:cNvSpPr txBox="1"/>
          <p:nvPr>
            <p:ph type="title"/>
          </p:nvPr>
        </p:nvSpPr>
        <p:spPr>
          <a:xfrm>
            <a:off x="275425" y="4358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Simple Neural Network</a:t>
            </a:r>
            <a:endParaRPr/>
          </a:p>
        </p:txBody>
      </p:sp>
      <p:sp>
        <p:nvSpPr>
          <p:cNvPr id="426" name="Google Shape;426;p58"/>
          <p:cNvSpPr txBox="1"/>
          <p:nvPr/>
        </p:nvSpPr>
        <p:spPr>
          <a:xfrm>
            <a:off x="367250" y="1127425"/>
            <a:ext cx="38691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Arimo"/>
                <a:ea typeface="Arimo"/>
                <a:cs typeface="Arimo"/>
                <a:sym typeface="Arimo"/>
              </a:rPr>
              <a:t>Optimized Model </a:t>
            </a:r>
            <a:endParaRPr>
              <a:latin typeface="Arimo"/>
              <a:ea typeface="Arimo"/>
              <a:cs typeface="Arimo"/>
              <a:sym typeface="Arimo"/>
            </a:endParaRPr>
          </a:p>
          <a:p>
            <a:pPr indent="0" lvl="0" marL="0" rtl="0" algn="l">
              <a:spcBef>
                <a:spcPts val="0"/>
              </a:spcBef>
              <a:spcAft>
                <a:spcPts val="0"/>
              </a:spcAft>
              <a:buNone/>
            </a:pPr>
            <a:r>
              <a:t/>
            </a:r>
            <a:endParaRPr>
              <a:latin typeface="Arimo"/>
              <a:ea typeface="Arimo"/>
              <a:cs typeface="Arimo"/>
              <a:sym typeface="Arimo"/>
            </a:endParaRPr>
          </a:p>
          <a:p>
            <a:pPr indent="-317500" lvl="0" marL="457200" rtl="0" algn="l">
              <a:lnSpc>
                <a:spcPct val="150000"/>
              </a:lnSpc>
              <a:spcBef>
                <a:spcPts val="0"/>
              </a:spcBef>
              <a:spcAft>
                <a:spcPts val="0"/>
              </a:spcAft>
              <a:buSzPts val="1400"/>
              <a:buFont typeface="Arimo"/>
              <a:buChar char="❏"/>
            </a:pPr>
            <a:r>
              <a:rPr lang="en">
                <a:latin typeface="Arimo"/>
                <a:ea typeface="Arimo"/>
                <a:cs typeface="Arimo"/>
                <a:sym typeface="Arimo"/>
              </a:rPr>
              <a:t>Input layer: Linear -&gt; ReLU </a:t>
            </a:r>
            <a:endParaRPr>
              <a:latin typeface="Arimo"/>
              <a:ea typeface="Arimo"/>
              <a:cs typeface="Arimo"/>
              <a:sym typeface="Arimo"/>
            </a:endParaRPr>
          </a:p>
          <a:p>
            <a:pPr indent="-317500" lvl="0" marL="457200" rtl="0" algn="l">
              <a:lnSpc>
                <a:spcPct val="150000"/>
              </a:lnSpc>
              <a:spcBef>
                <a:spcPts val="0"/>
              </a:spcBef>
              <a:spcAft>
                <a:spcPts val="0"/>
              </a:spcAft>
              <a:buSzPts val="1400"/>
              <a:buFont typeface="Arimo"/>
              <a:buChar char="❏"/>
            </a:pPr>
            <a:r>
              <a:rPr lang="en">
                <a:latin typeface="Arimo"/>
                <a:ea typeface="Arimo"/>
                <a:cs typeface="Arimo"/>
                <a:sym typeface="Arimo"/>
              </a:rPr>
              <a:t>Increase number of neurons to 128</a:t>
            </a:r>
            <a:endParaRPr>
              <a:latin typeface="Arimo"/>
              <a:ea typeface="Arimo"/>
              <a:cs typeface="Arimo"/>
              <a:sym typeface="Arimo"/>
            </a:endParaRPr>
          </a:p>
          <a:p>
            <a:pPr indent="-317500" lvl="0" marL="457200" rtl="0" algn="l">
              <a:lnSpc>
                <a:spcPct val="150000"/>
              </a:lnSpc>
              <a:spcBef>
                <a:spcPts val="0"/>
              </a:spcBef>
              <a:spcAft>
                <a:spcPts val="0"/>
              </a:spcAft>
              <a:buSzPts val="1400"/>
              <a:buFont typeface="Arimo"/>
              <a:buChar char="❏"/>
            </a:pPr>
            <a:r>
              <a:rPr lang="en">
                <a:latin typeface="Arimo"/>
                <a:ea typeface="Arimo"/>
                <a:cs typeface="Arimo"/>
                <a:sym typeface="Arimo"/>
              </a:rPr>
              <a:t>Increase epochs to 15</a:t>
            </a:r>
            <a:endParaRPr>
              <a:latin typeface="Arimo"/>
              <a:ea typeface="Arimo"/>
              <a:cs typeface="Arimo"/>
              <a:sym typeface="Arimo"/>
            </a:endParaRPr>
          </a:p>
          <a:p>
            <a:pPr indent="-317500" lvl="0" marL="457200" rtl="0" algn="l">
              <a:lnSpc>
                <a:spcPct val="150000"/>
              </a:lnSpc>
              <a:spcBef>
                <a:spcPts val="0"/>
              </a:spcBef>
              <a:spcAft>
                <a:spcPts val="0"/>
              </a:spcAft>
              <a:buSzPts val="1400"/>
              <a:buFont typeface="Arimo"/>
              <a:buChar char="❏"/>
            </a:pPr>
            <a:r>
              <a:rPr lang="en">
                <a:latin typeface="Arimo"/>
                <a:ea typeface="Arimo"/>
                <a:cs typeface="Arimo"/>
                <a:sym typeface="Arimo"/>
              </a:rPr>
              <a:t>Increase Batch_size to 96</a:t>
            </a:r>
            <a:endParaRPr>
              <a:latin typeface="Arimo"/>
              <a:ea typeface="Arimo"/>
              <a:cs typeface="Arimo"/>
              <a:sym typeface="Arimo"/>
            </a:endParaRPr>
          </a:p>
          <a:p>
            <a:pPr indent="0" lvl="0" marL="457200" rtl="0" algn="l">
              <a:spcBef>
                <a:spcPts val="0"/>
              </a:spcBef>
              <a:spcAft>
                <a:spcPts val="0"/>
              </a:spcAft>
              <a:buNone/>
            </a:pPr>
            <a:r>
              <a:t/>
            </a:r>
            <a:endParaRPr>
              <a:latin typeface="Open Sans"/>
              <a:ea typeface="Open Sans"/>
              <a:cs typeface="Open Sans"/>
              <a:sym typeface="Open Sans"/>
            </a:endParaRPr>
          </a:p>
        </p:txBody>
      </p:sp>
      <p:pic>
        <p:nvPicPr>
          <p:cNvPr id="427" name="Google Shape;427;p58"/>
          <p:cNvPicPr preferRelativeResize="0"/>
          <p:nvPr/>
        </p:nvPicPr>
        <p:blipFill>
          <a:blip r:embed="rId3">
            <a:alphaModFix/>
          </a:blip>
          <a:stretch>
            <a:fillRect/>
          </a:stretch>
        </p:blipFill>
        <p:spPr>
          <a:xfrm>
            <a:off x="4028049" y="1160900"/>
            <a:ext cx="3439551" cy="3153757"/>
          </a:xfrm>
          <a:prstGeom prst="rect">
            <a:avLst/>
          </a:prstGeom>
          <a:noFill/>
          <a:ln>
            <a:noFill/>
          </a:ln>
        </p:spPr>
      </p:pic>
      <p:sp>
        <p:nvSpPr>
          <p:cNvPr id="428" name="Google Shape;428;p58"/>
          <p:cNvSpPr/>
          <p:nvPr/>
        </p:nvSpPr>
        <p:spPr>
          <a:xfrm>
            <a:off x="4337375" y="1435750"/>
            <a:ext cx="2856600" cy="155400"/>
          </a:xfrm>
          <a:prstGeom prst="roundRect">
            <a:avLst>
              <a:gd fmla="val 16667" name="adj"/>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58"/>
          <p:cNvSpPr/>
          <p:nvPr/>
        </p:nvSpPr>
        <p:spPr>
          <a:xfrm>
            <a:off x="4292975" y="3840475"/>
            <a:ext cx="903000" cy="311400"/>
          </a:xfrm>
          <a:prstGeom prst="roundRect">
            <a:avLst>
              <a:gd fmla="val 16667" name="adj"/>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59"/>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RBFNN - Overview</a:t>
            </a:r>
            <a:endParaRPr/>
          </a:p>
        </p:txBody>
      </p:sp>
      <p:pic>
        <p:nvPicPr>
          <p:cNvPr id="435" name="Google Shape;435;p59"/>
          <p:cNvPicPr preferRelativeResize="0"/>
          <p:nvPr/>
        </p:nvPicPr>
        <p:blipFill>
          <a:blip r:embed="rId3">
            <a:alphaModFix/>
          </a:blip>
          <a:stretch>
            <a:fillRect/>
          </a:stretch>
        </p:blipFill>
        <p:spPr>
          <a:xfrm>
            <a:off x="4524825" y="1308725"/>
            <a:ext cx="3956951" cy="3083650"/>
          </a:xfrm>
          <a:prstGeom prst="rect">
            <a:avLst/>
          </a:prstGeom>
          <a:noFill/>
          <a:ln>
            <a:noFill/>
          </a:ln>
        </p:spPr>
      </p:pic>
      <p:sp>
        <p:nvSpPr>
          <p:cNvPr id="436" name="Google Shape;436;p59"/>
          <p:cNvSpPr txBox="1"/>
          <p:nvPr/>
        </p:nvSpPr>
        <p:spPr>
          <a:xfrm>
            <a:off x="907200" y="1617450"/>
            <a:ext cx="3147600" cy="2339700"/>
          </a:xfrm>
          <a:prstGeom prst="rect">
            <a:avLst/>
          </a:prstGeom>
          <a:noFill/>
          <a:ln>
            <a:noFill/>
          </a:ln>
        </p:spPr>
        <p:txBody>
          <a:bodyPr anchorCtr="0" anchor="t" bIns="91425" lIns="91425" spcFirstLastPara="1" rIns="91425" wrap="square" tIns="91425">
            <a:spAutoFit/>
          </a:bodyPr>
          <a:lstStyle/>
          <a:p>
            <a:pPr indent="-317500" lvl="0" marL="457200" rtl="0" algn="l">
              <a:lnSpc>
                <a:spcPct val="150000"/>
              </a:lnSpc>
              <a:spcBef>
                <a:spcPts val="0"/>
              </a:spcBef>
              <a:spcAft>
                <a:spcPts val="0"/>
              </a:spcAft>
              <a:buSzPts val="1400"/>
              <a:buFont typeface="Arimo"/>
              <a:buChar char="❏"/>
            </a:pPr>
            <a:r>
              <a:rPr lang="en">
                <a:latin typeface="Arimo"/>
                <a:ea typeface="Arimo"/>
                <a:cs typeface="Arimo"/>
                <a:sym typeface="Arimo"/>
              </a:rPr>
              <a:t>A feed-forward neural network</a:t>
            </a:r>
            <a:endParaRPr>
              <a:latin typeface="Arimo"/>
              <a:ea typeface="Arimo"/>
              <a:cs typeface="Arimo"/>
              <a:sym typeface="Arimo"/>
            </a:endParaRPr>
          </a:p>
          <a:p>
            <a:pPr indent="-317500" lvl="0" marL="457200" rtl="0" algn="l">
              <a:lnSpc>
                <a:spcPct val="150000"/>
              </a:lnSpc>
              <a:spcBef>
                <a:spcPts val="0"/>
              </a:spcBef>
              <a:spcAft>
                <a:spcPts val="0"/>
              </a:spcAft>
              <a:buSzPts val="1400"/>
              <a:buFont typeface="Arimo"/>
              <a:buChar char="❏"/>
            </a:pPr>
            <a:r>
              <a:rPr lang="en">
                <a:latin typeface="Arimo"/>
                <a:ea typeface="Arimo"/>
                <a:cs typeface="Arimo"/>
                <a:sym typeface="Arimo"/>
              </a:rPr>
              <a:t>Input, hidden, output</a:t>
            </a:r>
            <a:endParaRPr>
              <a:latin typeface="Arimo"/>
              <a:ea typeface="Arimo"/>
              <a:cs typeface="Arimo"/>
              <a:sym typeface="Arimo"/>
            </a:endParaRPr>
          </a:p>
          <a:p>
            <a:pPr indent="-317500" lvl="0" marL="457200" rtl="0" algn="l">
              <a:lnSpc>
                <a:spcPct val="150000"/>
              </a:lnSpc>
              <a:spcBef>
                <a:spcPts val="0"/>
              </a:spcBef>
              <a:spcAft>
                <a:spcPts val="0"/>
              </a:spcAft>
              <a:buSzPts val="1400"/>
              <a:buFont typeface="Arimo"/>
              <a:buChar char="❏"/>
            </a:pPr>
            <a:r>
              <a:rPr lang="en">
                <a:latin typeface="Arimo"/>
                <a:ea typeface="Arimo"/>
                <a:cs typeface="Arimo"/>
                <a:sym typeface="Arimo"/>
              </a:rPr>
              <a:t>Hidden layer consists of RBF, which is a non-linear transfer function</a:t>
            </a:r>
            <a:endParaRPr>
              <a:latin typeface="Arimo"/>
              <a:ea typeface="Arimo"/>
              <a:cs typeface="Arimo"/>
              <a:sym typeface="Arimo"/>
            </a:endParaRPr>
          </a:p>
          <a:p>
            <a:pPr indent="-317500" lvl="0" marL="457200" rtl="0" algn="l">
              <a:lnSpc>
                <a:spcPct val="150000"/>
              </a:lnSpc>
              <a:spcBef>
                <a:spcPts val="0"/>
              </a:spcBef>
              <a:spcAft>
                <a:spcPts val="0"/>
              </a:spcAft>
              <a:buSzPts val="1400"/>
              <a:buFont typeface="Arimo"/>
              <a:buChar char="❏"/>
            </a:pPr>
            <a:r>
              <a:rPr lang="en">
                <a:latin typeface="Arimo"/>
                <a:ea typeface="Arimo"/>
                <a:cs typeface="Arimo"/>
                <a:sym typeface="Arimo"/>
              </a:rPr>
              <a:t>Gaussian function most commonly used</a:t>
            </a:r>
            <a:endParaRPr>
              <a:latin typeface="Arimo"/>
              <a:ea typeface="Arimo"/>
              <a:cs typeface="Arimo"/>
              <a:sym typeface="Arim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60"/>
          <p:cNvSpPr txBox="1"/>
          <p:nvPr>
            <p:ph type="title"/>
          </p:nvPr>
        </p:nvSpPr>
        <p:spPr>
          <a:xfrm>
            <a:off x="316250" y="334025"/>
            <a:ext cx="8181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RBFNN</a:t>
            </a:r>
            <a:endParaRPr/>
          </a:p>
        </p:txBody>
      </p:sp>
      <p:sp>
        <p:nvSpPr>
          <p:cNvPr id="442" name="Google Shape;442;p60"/>
          <p:cNvSpPr txBox="1"/>
          <p:nvPr/>
        </p:nvSpPr>
        <p:spPr>
          <a:xfrm>
            <a:off x="399200" y="1113525"/>
            <a:ext cx="3147600" cy="1877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Original </a:t>
            </a:r>
            <a:r>
              <a:rPr lang="en">
                <a:latin typeface="Open Sans"/>
                <a:ea typeface="Open Sans"/>
                <a:cs typeface="Open Sans"/>
                <a:sym typeface="Open Sans"/>
              </a:rPr>
              <a:t>Model: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317500" lvl="0" marL="457200" rtl="0" algn="l">
              <a:spcBef>
                <a:spcPts val="0"/>
              </a:spcBef>
              <a:spcAft>
                <a:spcPts val="0"/>
              </a:spcAft>
              <a:buSzPts val="1400"/>
              <a:buFont typeface="Open Sans"/>
              <a:buChar char="❏"/>
            </a:pPr>
            <a:r>
              <a:rPr lang="en">
                <a:latin typeface="Open Sans"/>
                <a:ea typeface="Open Sans"/>
                <a:cs typeface="Open Sans"/>
                <a:sym typeface="Open Sans"/>
              </a:rPr>
              <a:t>2 Dense layers (Input, Output)</a:t>
            </a:r>
            <a:endParaRPr>
              <a:latin typeface="Open Sans"/>
              <a:ea typeface="Open Sans"/>
              <a:cs typeface="Open Sans"/>
              <a:sym typeface="Open Sans"/>
            </a:endParaRPr>
          </a:p>
          <a:p>
            <a:pPr indent="-317500" lvl="0" marL="457200" rtl="0" algn="l">
              <a:spcBef>
                <a:spcPts val="0"/>
              </a:spcBef>
              <a:spcAft>
                <a:spcPts val="0"/>
              </a:spcAft>
              <a:buSzPts val="1400"/>
              <a:buFont typeface="Open Sans"/>
              <a:buChar char="❏"/>
            </a:pPr>
            <a:r>
              <a:rPr lang="en">
                <a:latin typeface="Open Sans"/>
                <a:ea typeface="Open Sans"/>
                <a:cs typeface="Open Sans"/>
                <a:sym typeface="Open Sans"/>
              </a:rPr>
              <a:t>1 RBF layer </a:t>
            </a:r>
            <a:endParaRPr>
              <a:latin typeface="Open Sans"/>
              <a:ea typeface="Open Sans"/>
              <a:cs typeface="Open Sans"/>
              <a:sym typeface="Open Sans"/>
            </a:endParaRPr>
          </a:p>
          <a:p>
            <a:pPr indent="-317500" lvl="0" marL="457200" rtl="0" algn="l">
              <a:spcBef>
                <a:spcPts val="0"/>
              </a:spcBef>
              <a:spcAft>
                <a:spcPts val="0"/>
              </a:spcAft>
              <a:buSzPts val="1400"/>
              <a:buFont typeface="Open Sans"/>
              <a:buChar char="❏"/>
            </a:pPr>
            <a:r>
              <a:rPr lang="en">
                <a:latin typeface="Open Sans"/>
                <a:ea typeface="Open Sans"/>
                <a:cs typeface="Open Sans"/>
                <a:sym typeface="Open Sans"/>
              </a:rPr>
              <a:t>2 Dropout layers</a:t>
            </a:r>
            <a:endParaRPr>
              <a:latin typeface="Open Sans"/>
              <a:ea typeface="Open Sans"/>
              <a:cs typeface="Open Sans"/>
              <a:sym typeface="Open Sans"/>
            </a:endParaRPr>
          </a:p>
          <a:p>
            <a:pPr indent="-317500" lvl="0" marL="457200" rtl="0" algn="l">
              <a:spcBef>
                <a:spcPts val="0"/>
              </a:spcBef>
              <a:spcAft>
                <a:spcPts val="0"/>
              </a:spcAft>
              <a:buSzPts val="1400"/>
              <a:buFont typeface="Open Sans"/>
              <a:buChar char="❏"/>
            </a:pPr>
            <a:r>
              <a:rPr lang="en">
                <a:latin typeface="Open Sans"/>
                <a:ea typeface="Open Sans"/>
                <a:cs typeface="Open Sans"/>
                <a:sym typeface="Open Sans"/>
              </a:rPr>
              <a:t>Epochs = 20</a:t>
            </a:r>
            <a:endParaRPr>
              <a:latin typeface="Open Sans"/>
              <a:ea typeface="Open Sans"/>
              <a:cs typeface="Open Sans"/>
              <a:sym typeface="Open Sans"/>
            </a:endParaRPr>
          </a:p>
          <a:p>
            <a:pPr indent="-317500" lvl="0" marL="457200" rtl="0" algn="l">
              <a:spcBef>
                <a:spcPts val="0"/>
              </a:spcBef>
              <a:spcAft>
                <a:spcPts val="0"/>
              </a:spcAft>
              <a:buSzPts val="1400"/>
              <a:buFont typeface="Open Sans"/>
              <a:buChar char="❏"/>
            </a:pPr>
            <a:r>
              <a:rPr lang="en">
                <a:latin typeface="Open Sans"/>
                <a:ea typeface="Open Sans"/>
                <a:cs typeface="Open Sans"/>
                <a:sym typeface="Open Sans"/>
              </a:rPr>
              <a:t>Batch size = 64</a:t>
            </a:r>
            <a:endParaRPr>
              <a:latin typeface="Open Sans"/>
              <a:ea typeface="Open Sans"/>
              <a:cs typeface="Open Sans"/>
              <a:sym typeface="Open Sans"/>
            </a:endParaRPr>
          </a:p>
          <a:p>
            <a:pPr indent="0" lvl="0" marL="457200" rtl="0" algn="l">
              <a:spcBef>
                <a:spcPts val="0"/>
              </a:spcBef>
              <a:spcAft>
                <a:spcPts val="0"/>
              </a:spcAft>
              <a:buNone/>
            </a:pPr>
            <a:r>
              <a:t/>
            </a:r>
            <a:endParaRPr>
              <a:latin typeface="Open Sans"/>
              <a:ea typeface="Open Sans"/>
              <a:cs typeface="Open Sans"/>
              <a:sym typeface="Open Sans"/>
            </a:endParaRPr>
          </a:p>
        </p:txBody>
      </p:sp>
      <p:pic>
        <p:nvPicPr>
          <p:cNvPr id="443" name="Google Shape;443;p60"/>
          <p:cNvPicPr preferRelativeResize="0"/>
          <p:nvPr/>
        </p:nvPicPr>
        <p:blipFill rotWithShape="1">
          <a:blip r:embed="rId3">
            <a:alphaModFix/>
          </a:blip>
          <a:srcRect b="0" l="0" r="8551" t="0"/>
          <a:stretch/>
        </p:blipFill>
        <p:spPr>
          <a:xfrm>
            <a:off x="4572000" y="639675"/>
            <a:ext cx="4434300" cy="3864125"/>
          </a:xfrm>
          <a:prstGeom prst="rect">
            <a:avLst/>
          </a:prstGeom>
          <a:noFill/>
          <a:ln>
            <a:noFill/>
          </a:ln>
        </p:spPr>
      </p:pic>
      <p:pic>
        <p:nvPicPr>
          <p:cNvPr id="444" name="Google Shape;444;p60"/>
          <p:cNvPicPr preferRelativeResize="0"/>
          <p:nvPr/>
        </p:nvPicPr>
        <p:blipFill rotWithShape="1">
          <a:blip r:embed="rId4">
            <a:alphaModFix/>
          </a:blip>
          <a:srcRect b="0" l="0" r="6699" t="0"/>
          <a:stretch/>
        </p:blipFill>
        <p:spPr>
          <a:xfrm>
            <a:off x="316250" y="3022125"/>
            <a:ext cx="4172801" cy="1456954"/>
          </a:xfrm>
          <a:prstGeom prst="rect">
            <a:avLst/>
          </a:prstGeom>
          <a:noFill/>
          <a:ln>
            <a:noFill/>
          </a:ln>
        </p:spPr>
      </p:pic>
      <p:sp>
        <p:nvSpPr>
          <p:cNvPr id="445" name="Google Shape;445;p60"/>
          <p:cNvSpPr/>
          <p:nvPr/>
        </p:nvSpPr>
        <p:spPr>
          <a:xfrm>
            <a:off x="578150" y="3568125"/>
            <a:ext cx="1744200" cy="2070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61"/>
          <p:cNvSpPr txBox="1"/>
          <p:nvPr>
            <p:ph type="title"/>
          </p:nvPr>
        </p:nvSpPr>
        <p:spPr>
          <a:xfrm>
            <a:off x="481050" y="364725"/>
            <a:ext cx="8181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RBFNN</a:t>
            </a:r>
            <a:endParaRPr/>
          </a:p>
        </p:txBody>
      </p:sp>
      <p:sp>
        <p:nvSpPr>
          <p:cNvPr id="451" name="Google Shape;451;p61"/>
          <p:cNvSpPr txBox="1"/>
          <p:nvPr/>
        </p:nvSpPr>
        <p:spPr>
          <a:xfrm>
            <a:off x="481050" y="1144250"/>
            <a:ext cx="2982900" cy="207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Optimized Model:</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317500" lvl="0" marL="457200" rtl="0" algn="l">
              <a:lnSpc>
                <a:spcPct val="115000"/>
              </a:lnSpc>
              <a:spcBef>
                <a:spcPts val="0"/>
              </a:spcBef>
              <a:spcAft>
                <a:spcPts val="0"/>
              </a:spcAft>
              <a:buSzPts val="1400"/>
              <a:buFont typeface="Open Sans"/>
              <a:buChar char="❏"/>
            </a:pPr>
            <a:r>
              <a:rPr lang="en">
                <a:latin typeface="Open Sans"/>
                <a:ea typeface="Open Sans"/>
                <a:cs typeface="Open Sans"/>
                <a:sym typeface="Open Sans"/>
              </a:rPr>
              <a:t>RBF layer - neurons increased to 20</a:t>
            </a:r>
            <a:endParaRPr>
              <a:latin typeface="Open Sans"/>
              <a:ea typeface="Open Sans"/>
              <a:cs typeface="Open Sans"/>
              <a:sym typeface="Open Sans"/>
            </a:endParaRPr>
          </a:p>
          <a:p>
            <a:pPr indent="-317500" lvl="0" marL="457200" rtl="0" algn="l">
              <a:lnSpc>
                <a:spcPct val="115000"/>
              </a:lnSpc>
              <a:spcBef>
                <a:spcPts val="0"/>
              </a:spcBef>
              <a:spcAft>
                <a:spcPts val="0"/>
              </a:spcAft>
              <a:buSzPts val="1400"/>
              <a:buFont typeface="Open Sans"/>
              <a:buChar char="❏"/>
            </a:pPr>
            <a:r>
              <a:rPr lang="en">
                <a:latin typeface="Open Sans"/>
                <a:ea typeface="Open Sans"/>
                <a:cs typeface="Open Sans"/>
                <a:sym typeface="Open Sans"/>
              </a:rPr>
              <a:t>Removed dropout</a:t>
            </a:r>
            <a:endParaRPr>
              <a:latin typeface="Open Sans"/>
              <a:ea typeface="Open Sans"/>
              <a:cs typeface="Open Sans"/>
              <a:sym typeface="Open Sans"/>
            </a:endParaRPr>
          </a:p>
          <a:p>
            <a:pPr indent="-317500" lvl="0" marL="457200" rtl="0" algn="l">
              <a:lnSpc>
                <a:spcPct val="115000"/>
              </a:lnSpc>
              <a:spcBef>
                <a:spcPts val="0"/>
              </a:spcBef>
              <a:spcAft>
                <a:spcPts val="0"/>
              </a:spcAft>
              <a:buSzPts val="1400"/>
              <a:buFont typeface="Open Sans"/>
              <a:buChar char="❏"/>
            </a:pPr>
            <a:r>
              <a:rPr lang="en">
                <a:latin typeface="Open Sans"/>
                <a:ea typeface="Open Sans"/>
                <a:cs typeface="Open Sans"/>
                <a:sym typeface="Open Sans"/>
              </a:rPr>
              <a:t>Gamma changed to 0.25</a:t>
            </a:r>
            <a:endParaRPr>
              <a:latin typeface="Open Sans"/>
              <a:ea typeface="Open Sans"/>
              <a:cs typeface="Open Sans"/>
              <a:sym typeface="Open Sans"/>
            </a:endParaRPr>
          </a:p>
          <a:p>
            <a:pPr indent="-317500" lvl="0" marL="457200" rtl="0" algn="l">
              <a:lnSpc>
                <a:spcPct val="115000"/>
              </a:lnSpc>
              <a:spcBef>
                <a:spcPts val="0"/>
              </a:spcBef>
              <a:spcAft>
                <a:spcPts val="0"/>
              </a:spcAft>
              <a:buSzPts val="1400"/>
              <a:buFont typeface="Open Sans"/>
              <a:buChar char="❏"/>
            </a:pPr>
            <a:r>
              <a:rPr lang="en">
                <a:latin typeface="Open Sans"/>
                <a:ea typeface="Open Sans"/>
                <a:cs typeface="Open Sans"/>
                <a:sym typeface="Open Sans"/>
              </a:rPr>
              <a:t>Epochs decreased to 15</a:t>
            </a:r>
            <a:endParaRPr>
              <a:latin typeface="Open Sans"/>
              <a:ea typeface="Open Sans"/>
              <a:cs typeface="Open Sans"/>
              <a:sym typeface="Open Sans"/>
            </a:endParaRPr>
          </a:p>
          <a:p>
            <a:pPr indent="-317500" lvl="0" marL="457200" rtl="0" algn="l">
              <a:lnSpc>
                <a:spcPct val="115000"/>
              </a:lnSpc>
              <a:spcBef>
                <a:spcPts val="0"/>
              </a:spcBef>
              <a:spcAft>
                <a:spcPts val="0"/>
              </a:spcAft>
              <a:buSzPts val="1400"/>
              <a:buFont typeface="Open Sans"/>
              <a:buChar char="❏"/>
            </a:pPr>
            <a:r>
              <a:rPr lang="en">
                <a:latin typeface="Open Sans"/>
                <a:ea typeface="Open Sans"/>
                <a:cs typeface="Open Sans"/>
                <a:sym typeface="Open Sans"/>
              </a:rPr>
              <a:t>Batch size decreased to 3</a:t>
            </a:r>
            <a:r>
              <a:rPr lang="en">
                <a:latin typeface="Open Sans"/>
                <a:ea typeface="Open Sans"/>
                <a:cs typeface="Open Sans"/>
                <a:sym typeface="Open Sans"/>
              </a:rPr>
              <a:t>2</a:t>
            </a:r>
            <a:endParaRPr>
              <a:latin typeface="Open Sans"/>
              <a:ea typeface="Open Sans"/>
              <a:cs typeface="Open Sans"/>
              <a:sym typeface="Open Sans"/>
            </a:endParaRPr>
          </a:p>
        </p:txBody>
      </p:sp>
      <p:pic>
        <p:nvPicPr>
          <p:cNvPr id="452" name="Google Shape;452;p61"/>
          <p:cNvPicPr preferRelativeResize="0"/>
          <p:nvPr/>
        </p:nvPicPr>
        <p:blipFill>
          <a:blip r:embed="rId3">
            <a:alphaModFix/>
          </a:blip>
          <a:stretch>
            <a:fillRect/>
          </a:stretch>
        </p:blipFill>
        <p:spPr>
          <a:xfrm>
            <a:off x="4165375" y="431250"/>
            <a:ext cx="4978626" cy="3681096"/>
          </a:xfrm>
          <a:prstGeom prst="rect">
            <a:avLst/>
          </a:prstGeom>
          <a:noFill/>
          <a:ln>
            <a:noFill/>
          </a:ln>
        </p:spPr>
      </p:pic>
      <p:sp>
        <p:nvSpPr>
          <p:cNvPr id="453" name="Google Shape;453;p61"/>
          <p:cNvSpPr/>
          <p:nvPr/>
        </p:nvSpPr>
        <p:spPr>
          <a:xfrm>
            <a:off x="4617350" y="863425"/>
            <a:ext cx="1744200" cy="2070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61"/>
          <p:cNvSpPr/>
          <p:nvPr/>
        </p:nvSpPr>
        <p:spPr>
          <a:xfrm>
            <a:off x="4572000" y="3511725"/>
            <a:ext cx="1439100" cy="396300"/>
          </a:xfrm>
          <a:prstGeom prst="roundRect">
            <a:avLst>
              <a:gd fmla="val 16667"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62"/>
          <p:cNvSpPr txBox="1"/>
          <p:nvPr>
            <p:ph type="title"/>
          </p:nvPr>
        </p:nvSpPr>
        <p:spPr>
          <a:xfrm rot="-5400000">
            <a:off x="-1561575" y="1987150"/>
            <a:ext cx="4409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 </a:t>
            </a:r>
            <a:endParaRPr/>
          </a:p>
        </p:txBody>
      </p:sp>
      <p:graphicFrame>
        <p:nvGraphicFramePr>
          <p:cNvPr id="460" name="Google Shape;460;p62"/>
          <p:cNvGraphicFramePr/>
          <p:nvPr/>
        </p:nvGraphicFramePr>
        <p:xfrm>
          <a:off x="1006988" y="302642"/>
          <a:ext cx="3000000" cy="3000000"/>
        </p:xfrm>
        <a:graphic>
          <a:graphicData uri="http://schemas.openxmlformats.org/drawingml/2006/table">
            <a:tbl>
              <a:tblPr>
                <a:noFill/>
                <a:tableStyleId>{903B74ED-40CC-4164-9236-D432A19661F3}</a:tableStyleId>
              </a:tblPr>
              <a:tblGrid>
                <a:gridCol w="1995925"/>
                <a:gridCol w="1453250"/>
                <a:gridCol w="1453250"/>
                <a:gridCol w="1453250"/>
                <a:gridCol w="1453250"/>
              </a:tblGrid>
              <a:tr h="326775">
                <a:tc rowSpan="2">
                  <a:txBody>
                    <a:bodyPr/>
                    <a:lstStyle/>
                    <a:p>
                      <a:pPr indent="0" lvl="0" marL="0" rtl="0" algn="ctr">
                        <a:spcBef>
                          <a:spcPts val="0"/>
                        </a:spcBef>
                        <a:spcAft>
                          <a:spcPts val="0"/>
                        </a:spcAft>
                        <a:buNone/>
                      </a:pPr>
                      <a:r>
                        <a:rPr b="1" lang="en" sz="1000">
                          <a:solidFill>
                            <a:schemeClr val="lt1"/>
                          </a:solidFill>
                          <a:latin typeface="Sora"/>
                          <a:ea typeface="Sora"/>
                          <a:cs typeface="Sora"/>
                          <a:sym typeface="Sora"/>
                        </a:rPr>
                        <a:t>Algorithms</a:t>
                      </a:r>
                      <a:endParaRPr b="1" sz="1000">
                        <a:solidFill>
                          <a:schemeClr val="lt1"/>
                        </a:solidFill>
                        <a:latin typeface="Sora"/>
                        <a:ea typeface="Sora"/>
                        <a:cs typeface="Sora"/>
                        <a:sym typeface="Sor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gridSpan="2">
                  <a:txBody>
                    <a:bodyPr/>
                    <a:lstStyle/>
                    <a:p>
                      <a:pPr indent="0" lvl="0" marL="0" rtl="0" algn="ctr">
                        <a:spcBef>
                          <a:spcPts val="0"/>
                        </a:spcBef>
                        <a:spcAft>
                          <a:spcPts val="1600"/>
                        </a:spcAft>
                        <a:buNone/>
                      </a:pPr>
                      <a:r>
                        <a:rPr b="1" lang="en" sz="1000">
                          <a:solidFill>
                            <a:schemeClr val="lt1"/>
                          </a:solidFill>
                          <a:latin typeface="Sora"/>
                          <a:ea typeface="Sora"/>
                          <a:cs typeface="Sora"/>
                          <a:sym typeface="Sora"/>
                        </a:rPr>
                        <a:t>Before Tuning </a:t>
                      </a:r>
                      <a:endParaRPr b="1" sz="1000">
                        <a:solidFill>
                          <a:schemeClr val="lt1"/>
                        </a:solidFill>
                        <a:latin typeface="Sora"/>
                        <a:ea typeface="Sora"/>
                        <a:cs typeface="Sora"/>
                        <a:sym typeface="Sor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hMerge="1"/>
                <a:tc gridSpan="2">
                  <a:txBody>
                    <a:bodyPr/>
                    <a:lstStyle/>
                    <a:p>
                      <a:pPr indent="0" lvl="0" marL="0" rtl="0" algn="ctr">
                        <a:spcBef>
                          <a:spcPts val="0"/>
                        </a:spcBef>
                        <a:spcAft>
                          <a:spcPts val="1600"/>
                        </a:spcAft>
                        <a:buNone/>
                      </a:pPr>
                      <a:r>
                        <a:rPr b="1" lang="en" sz="1000">
                          <a:solidFill>
                            <a:schemeClr val="lt1"/>
                          </a:solidFill>
                          <a:latin typeface="Sora"/>
                          <a:ea typeface="Sora"/>
                          <a:cs typeface="Sora"/>
                          <a:sym typeface="Sora"/>
                        </a:rPr>
                        <a:t>After Tuning </a:t>
                      </a:r>
                      <a:endParaRPr b="1" sz="1000">
                        <a:solidFill>
                          <a:schemeClr val="lt1"/>
                        </a:solidFill>
                        <a:latin typeface="Sora"/>
                        <a:ea typeface="Sora"/>
                        <a:cs typeface="Sora"/>
                        <a:sym typeface="Sor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hMerge="1"/>
              </a:tr>
              <a:tr h="326775">
                <a:tc vMerge="1"/>
                <a:tc>
                  <a:txBody>
                    <a:bodyPr/>
                    <a:lstStyle/>
                    <a:p>
                      <a:pPr indent="0" lvl="0" marL="0" rtl="0" algn="l">
                        <a:spcBef>
                          <a:spcPts val="0"/>
                        </a:spcBef>
                        <a:spcAft>
                          <a:spcPts val="1600"/>
                        </a:spcAft>
                        <a:buNone/>
                      </a:pPr>
                      <a:r>
                        <a:rPr b="1" lang="en" sz="1000">
                          <a:solidFill>
                            <a:schemeClr val="lt1"/>
                          </a:solidFill>
                          <a:latin typeface="Sora"/>
                          <a:ea typeface="Sora"/>
                          <a:cs typeface="Sora"/>
                          <a:sym typeface="Sora"/>
                        </a:rPr>
                        <a:t>R2 Scores </a:t>
                      </a:r>
                      <a:endParaRPr b="1" sz="1000">
                        <a:solidFill>
                          <a:schemeClr val="lt1"/>
                        </a:solidFill>
                        <a:latin typeface="Sora"/>
                        <a:ea typeface="Sora"/>
                        <a:cs typeface="Sora"/>
                        <a:sym typeface="Sor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a:txBody>
                    <a:bodyPr/>
                    <a:lstStyle/>
                    <a:p>
                      <a:pPr indent="0" lvl="0" marL="0" rtl="0" algn="l">
                        <a:spcBef>
                          <a:spcPts val="0"/>
                        </a:spcBef>
                        <a:spcAft>
                          <a:spcPts val="1600"/>
                        </a:spcAft>
                        <a:buNone/>
                      </a:pPr>
                      <a:r>
                        <a:rPr b="1" lang="en" sz="1000">
                          <a:solidFill>
                            <a:schemeClr val="lt1"/>
                          </a:solidFill>
                          <a:latin typeface="Sora"/>
                          <a:ea typeface="Sora"/>
                          <a:cs typeface="Sora"/>
                          <a:sym typeface="Sora"/>
                        </a:rPr>
                        <a:t>MSE Scores</a:t>
                      </a:r>
                      <a:endParaRPr b="1" sz="1000">
                        <a:solidFill>
                          <a:schemeClr val="lt1"/>
                        </a:solidFill>
                        <a:latin typeface="Sora"/>
                        <a:ea typeface="Sora"/>
                        <a:cs typeface="Sora"/>
                        <a:sym typeface="Sor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a:txBody>
                    <a:bodyPr/>
                    <a:lstStyle/>
                    <a:p>
                      <a:pPr indent="0" lvl="0" marL="0" rtl="0" algn="l">
                        <a:spcBef>
                          <a:spcPts val="0"/>
                        </a:spcBef>
                        <a:spcAft>
                          <a:spcPts val="1600"/>
                        </a:spcAft>
                        <a:buNone/>
                      </a:pPr>
                      <a:r>
                        <a:rPr b="1" lang="en" sz="1000">
                          <a:solidFill>
                            <a:schemeClr val="lt1"/>
                          </a:solidFill>
                          <a:latin typeface="Sora"/>
                          <a:ea typeface="Sora"/>
                          <a:cs typeface="Sora"/>
                          <a:sym typeface="Sora"/>
                        </a:rPr>
                        <a:t>R2 Scores </a:t>
                      </a:r>
                      <a:endParaRPr b="1" sz="1000">
                        <a:solidFill>
                          <a:schemeClr val="lt1"/>
                        </a:solidFill>
                        <a:latin typeface="Sora"/>
                        <a:ea typeface="Sora"/>
                        <a:cs typeface="Sora"/>
                        <a:sym typeface="Sor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a:txBody>
                    <a:bodyPr/>
                    <a:lstStyle/>
                    <a:p>
                      <a:pPr indent="0" lvl="0" marL="0" rtl="0" algn="l">
                        <a:spcBef>
                          <a:spcPts val="0"/>
                        </a:spcBef>
                        <a:spcAft>
                          <a:spcPts val="1600"/>
                        </a:spcAft>
                        <a:buNone/>
                      </a:pPr>
                      <a:r>
                        <a:rPr b="1" lang="en" sz="1000">
                          <a:solidFill>
                            <a:schemeClr val="lt1"/>
                          </a:solidFill>
                          <a:latin typeface="Sora"/>
                          <a:ea typeface="Sora"/>
                          <a:cs typeface="Sora"/>
                          <a:sym typeface="Sora"/>
                        </a:rPr>
                        <a:t>MSE Scores</a:t>
                      </a:r>
                      <a:endParaRPr b="1" sz="1000">
                        <a:solidFill>
                          <a:schemeClr val="lt1"/>
                        </a:solidFill>
                        <a:latin typeface="Sora"/>
                        <a:ea typeface="Sora"/>
                        <a:cs typeface="Sora"/>
                        <a:sym typeface="Sor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r>
              <a:tr h="326775">
                <a:tc>
                  <a:txBody>
                    <a:bodyPr/>
                    <a:lstStyle/>
                    <a:p>
                      <a:pPr indent="0" lvl="0" marL="0" rtl="0" algn="l">
                        <a:spcBef>
                          <a:spcPts val="0"/>
                        </a:spcBef>
                        <a:spcAft>
                          <a:spcPts val="0"/>
                        </a:spcAft>
                        <a:buNone/>
                      </a:pPr>
                      <a:r>
                        <a:rPr lang="en" sz="1000">
                          <a:latin typeface="Arimo"/>
                          <a:ea typeface="Arimo"/>
                          <a:cs typeface="Arimo"/>
                          <a:sym typeface="Arimo"/>
                        </a:rPr>
                        <a:t>Linear Regression </a:t>
                      </a:r>
                      <a:endParaRPr b="1" sz="1000">
                        <a:solidFill>
                          <a:schemeClr val="dk1"/>
                        </a:solidFill>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0.919</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1600"/>
                        </a:spcAft>
                        <a:buNone/>
                      </a:pPr>
                      <a:r>
                        <a:rPr lang="en" sz="1000">
                          <a:solidFill>
                            <a:schemeClr val="dk1"/>
                          </a:solidFill>
                          <a:latin typeface="Arimo"/>
                          <a:ea typeface="Arimo"/>
                          <a:cs typeface="Arimo"/>
                          <a:sym typeface="Arimo"/>
                        </a:rPr>
                        <a:t>0.134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gridSpan="2">
                  <a:txBody>
                    <a:bodyPr/>
                    <a:lstStyle/>
                    <a:p>
                      <a:pPr indent="0" lvl="0" marL="0" rtl="0" algn="ctr">
                        <a:spcBef>
                          <a:spcPts val="0"/>
                        </a:spcBef>
                        <a:spcAft>
                          <a:spcPts val="0"/>
                        </a:spcAft>
                        <a:buNone/>
                      </a:pPr>
                      <a:r>
                        <a:rPr lang="en" sz="1000">
                          <a:solidFill>
                            <a:schemeClr val="dk1"/>
                          </a:solidFill>
                          <a:latin typeface="Arimo"/>
                          <a:ea typeface="Arimo"/>
                          <a:cs typeface="Arimo"/>
                          <a:sym typeface="Arimo"/>
                        </a:rPr>
                        <a:t>-</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hMerge="1"/>
              </a:tr>
              <a:tr h="326775">
                <a:tc>
                  <a:txBody>
                    <a:bodyPr/>
                    <a:lstStyle/>
                    <a:p>
                      <a:pPr indent="0" lvl="0" marL="0" rtl="0" algn="l">
                        <a:spcBef>
                          <a:spcPts val="0"/>
                        </a:spcBef>
                        <a:spcAft>
                          <a:spcPts val="0"/>
                        </a:spcAft>
                        <a:buNone/>
                      </a:pPr>
                      <a:r>
                        <a:rPr lang="en" sz="1000">
                          <a:latin typeface="Arimo"/>
                          <a:ea typeface="Arimo"/>
                          <a:cs typeface="Arimo"/>
                          <a:sym typeface="Arimo"/>
                        </a:rPr>
                        <a:t>Ridge Regression </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0.919</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0.134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0.919</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0.134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26775">
                <a:tc>
                  <a:txBody>
                    <a:bodyPr/>
                    <a:lstStyle/>
                    <a:p>
                      <a:pPr indent="0" lvl="0" marL="0" rtl="0" algn="l">
                        <a:spcBef>
                          <a:spcPts val="0"/>
                        </a:spcBef>
                        <a:spcAft>
                          <a:spcPts val="0"/>
                        </a:spcAft>
                        <a:buNone/>
                      </a:pPr>
                      <a:r>
                        <a:rPr lang="en" sz="1000">
                          <a:latin typeface="Arimo"/>
                          <a:ea typeface="Arimo"/>
                          <a:cs typeface="Arimo"/>
                          <a:sym typeface="Arimo"/>
                        </a:rPr>
                        <a:t>Lasso Regression </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0.844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0.258</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0.907</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0.154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26775">
                <a:tc>
                  <a:txBody>
                    <a:bodyPr/>
                    <a:lstStyle/>
                    <a:p>
                      <a:pPr indent="0" lvl="0" marL="0" rtl="0" algn="l">
                        <a:spcBef>
                          <a:spcPts val="0"/>
                        </a:spcBef>
                        <a:spcAft>
                          <a:spcPts val="0"/>
                        </a:spcAft>
                        <a:buNone/>
                      </a:pPr>
                      <a:r>
                        <a:rPr lang="en" sz="1000">
                          <a:latin typeface="Arimo"/>
                          <a:ea typeface="Arimo"/>
                          <a:cs typeface="Arimo"/>
                          <a:sym typeface="Arimo"/>
                        </a:rPr>
                        <a:t>kNN Regression </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0.926</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dk1"/>
                          </a:solidFill>
                          <a:latin typeface="Arimo"/>
                          <a:ea typeface="Arimo"/>
                          <a:cs typeface="Arimo"/>
                          <a:sym typeface="Arimo"/>
                        </a:rPr>
                        <a:t>0.122</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0.929</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dk1"/>
                          </a:solidFill>
                          <a:latin typeface="Arimo"/>
                          <a:ea typeface="Arimo"/>
                          <a:cs typeface="Arimo"/>
                          <a:sym typeface="Arimo"/>
                        </a:rPr>
                        <a:t>0.117</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26775">
                <a:tc>
                  <a:txBody>
                    <a:bodyPr/>
                    <a:lstStyle/>
                    <a:p>
                      <a:pPr indent="0" lvl="0" marL="0" rtl="0" algn="l">
                        <a:spcBef>
                          <a:spcPts val="0"/>
                        </a:spcBef>
                        <a:spcAft>
                          <a:spcPts val="0"/>
                        </a:spcAft>
                        <a:buNone/>
                      </a:pPr>
                      <a:r>
                        <a:rPr lang="en" sz="1000">
                          <a:latin typeface="Arimo"/>
                          <a:ea typeface="Arimo"/>
                          <a:cs typeface="Arimo"/>
                          <a:sym typeface="Arimo"/>
                        </a:rPr>
                        <a:t>Support Vector Regression </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0.960</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0.067</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0.963</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0.061</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26775">
                <a:tc>
                  <a:txBody>
                    <a:bodyPr/>
                    <a:lstStyle/>
                    <a:p>
                      <a:pPr indent="0" lvl="0" marL="0" rtl="0" algn="l">
                        <a:spcBef>
                          <a:spcPts val="0"/>
                        </a:spcBef>
                        <a:spcAft>
                          <a:spcPts val="0"/>
                        </a:spcAft>
                        <a:buNone/>
                      </a:pPr>
                      <a:r>
                        <a:rPr lang="en" sz="1000">
                          <a:latin typeface="Arimo"/>
                          <a:ea typeface="Arimo"/>
                          <a:cs typeface="Arimo"/>
                          <a:sym typeface="Arimo"/>
                        </a:rPr>
                        <a:t>Random Forest Regression</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0.957</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0.072</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0.957</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000">
                          <a:solidFill>
                            <a:schemeClr val="dk1"/>
                          </a:solidFill>
                          <a:latin typeface="Arimo"/>
                          <a:ea typeface="Arimo"/>
                          <a:cs typeface="Arimo"/>
                          <a:sym typeface="Arimo"/>
                        </a:rPr>
                        <a:t>0.071</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26775">
                <a:tc>
                  <a:txBody>
                    <a:bodyPr/>
                    <a:lstStyle/>
                    <a:p>
                      <a:pPr indent="0" lvl="0" marL="0" rtl="0" algn="l">
                        <a:spcBef>
                          <a:spcPts val="0"/>
                        </a:spcBef>
                        <a:spcAft>
                          <a:spcPts val="0"/>
                        </a:spcAft>
                        <a:buNone/>
                      </a:pPr>
                      <a:r>
                        <a:rPr lang="en" sz="1000">
                          <a:latin typeface="Arimo"/>
                          <a:ea typeface="Arimo"/>
                          <a:cs typeface="Arimo"/>
                          <a:sym typeface="Arimo"/>
                        </a:rPr>
                        <a:t>Decision Tree Regression </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0.904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0.159</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0.902</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0.163</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26775">
                <a:tc>
                  <a:txBody>
                    <a:bodyPr/>
                    <a:lstStyle/>
                    <a:p>
                      <a:pPr indent="0" lvl="0" marL="0" rtl="0" algn="l">
                        <a:spcBef>
                          <a:spcPts val="0"/>
                        </a:spcBef>
                        <a:spcAft>
                          <a:spcPts val="0"/>
                        </a:spcAft>
                        <a:buNone/>
                      </a:pPr>
                      <a:r>
                        <a:rPr lang="en" sz="1000">
                          <a:latin typeface="Arimo"/>
                          <a:ea typeface="Arimo"/>
                          <a:cs typeface="Arimo"/>
                          <a:sym typeface="Arimo"/>
                        </a:rPr>
                        <a:t>Gradient Boosting Regression</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0.934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0.109</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0.961</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0.065</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26775">
                <a:tc>
                  <a:txBody>
                    <a:bodyPr/>
                    <a:lstStyle/>
                    <a:p>
                      <a:pPr indent="0" lvl="0" marL="0" rtl="0" algn="l">
                        <a:spcBef>
                          <a:spcPts val="0"/>
                        </a:spcBef>
                        <a:spcAft>
                          <a:spcPts val="0"/>
                        </a:spcAft>
                        <a:buNone/>
                      </a:pPr>
                      <a:r>
                        <a:rPr lang="en" sz="1000">
                          <a:latin typeface="Arimo"/>
                          <a:ea typeface="Arimo"/>
                          <a:cs typeface="Arimo"/>
                          <a:sym typeface="Arimo"/>
                        </a:rPr>
                        <a:t>Simple Neural Network </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0.909</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0.151</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0.949</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0.084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87650">
                <a:tc>
                  <a:txBody>
                    <a:bodyPr/>
                    <a:lstStyle/>
                    <a:p>
                      <a:pPr indent="0" lvl="0" marL="0" rtl="0" algn="l">
                        <a:spcBef>
                          <a:spcPts val="0"/>
                        </a:spcBef>
                        <a:spcAft>
                          <a:spcPts val="0"/>
                        </a:spcAft>
                        <a:buClr>
                          <a:schemeClr val="dk1"/>
                        </a:buClr>
                        <a:buSzPts val="1100"/>
                        <a:buFont typeface="Arial"/>
                        <a:buNone/>
                      </a:pPr>
                      <a:r>
                        <a:rPr lang="en" sz="1000">
                          <a:solidFill>
                            <a:schemeClr val="dk1"/>
                          </a:solidFill>
                          <a:latin typeface="Arimo"/>
                          <a:ea typeface="Arimo"/>
                          <a:cs typeface="Arimo"/>
                          <a:sym typeface="Arimo"/>
                        </a:rPr>
                        <a:t>Radial Basis Function Neural Network </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0.894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0.176</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0.902</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0.161</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63"/>
          <p:cNvSpPr txBox="1"/>
          <p:nvPr>
            <p:ph type="title"/>
          </p:nvPr>
        </p:nvSpPr>
        <p:spPr>
          <a:xfrm rot="-5400000">
            <a:off x="-1561575" y="1987150"/>
            <a:ext cx="4409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 </a:t>
            </a:r>
            <a:endParaRPr/>
          </a:p>
        </p:txBody>
      </p:sp>
      <p:graphicFrame>
        <p:nvGraphicFramePr>
          <p:cNvPr id="466" name="Google Shape;466;p63"/>
          <p:cNvGraphicFramePr/>
          <p:nvPr/>
        </p:nvGraphicFramePr>
        <p:xfrm>
          <a:off x="1006988" y="302642"/>
          <a:ext cx="3000000" cy="3000000"/>
        </p:xfrm>
        <a:graphic>
          <a:graphicData uri="http://schemas.openxmlformats.org/drawingml/2006/table">
            <a:tbl>
              <a:tblPr>
                <a:noFill/>
                <a:tableStyleId>{903B74ED-40CC-4164-9236-D432A19661F3}</a:tableStyleId>
              </a:tblPr>
              <a:tblGrid>
                <a:gridCol w="1995925"/>
                <a:gridCol w="1453250"/>
                <a:gridCol w="1453250"/>
                <a:gridCol w="1453250"/>
                <a:gridCol w="1453250"/>
              </a:tblGrid>
              <a:tr h="326775">
                <a:tc rowSpan="2">
                  <a:txBody>
                    <a:bodyPr/>
                    <a:lstStyle/>
                    <a:p>
                      <a:pPr indent="0" lvl="0" marL="0" rtl="0" algn="ctr">
                        <a:spcBef>
                          <a:spcPts val="0"/>
                        </a:spcBef>
                        <a:spcAft>
                          <a:spcPts val="0"/>
                        </a:spcAft>
                        <a:buNone/>
                      </a:pPr>
                      <a:r>
                        <a:rPr b="1" lang="en" sz="1000">
                          <a:solidFill>
                            <a:schemeClr val="lt1"/>
                          </a:solidFill>
                          <a:latin typeface="Sora"/>
                          <a:ea typeface="Sora"/>
                          <a:cs typeface="Sora"/>
                          <a:sym typeface="Sora"/>
                        </a:rPr>
                        <a:t>Algorithms</a:t>
                      </a:r>
                      <a:endParaRPr b="1" sz="1000">
                        <a:solidFill>
                          <a:schemeClr val="lt1"/>
                        </a:solidFill>
                        <a:latin typeface="Sora"/>
                        <a:ea typeface="Sora"/>
                        <a:cs typeface="Sora"/>
                        <a:sym typeface="Sor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gridSpan="2">
                  <a:txBody>
                    <a:bodyPr/>
                    <a:lstStyle/>
                    <a:p>
                      <a:pPr indent="0" lvl="0" marL="0" rtl="0" algn="ctr">
                        <a:spcBef>
                          <a:spcPts val="0"/>
                        </a:spcBef>
                        <a:spcAft>
                          <a:spcPts val="1600"/>
                        </a:spcAft>
                        <a:buNone/>
                      </a:pPr>
                      <a:r>
                        <a:rPr b="1" lang="en" sz="1000">
                          <a:solidFill>
                            <a:schemeClr val="lt1"/>
                          </a:solidFill>
                          <a:latin typeface="Sora"/>
                          <a:ea typeface="Sora"/>
                          <a:cs typeface="Sora"/>
                          <a:sym typeface="Sora"/>
                        </a:rPr>
                        <a:t>Before Tuning </a:t>
                      </a:r>
                      <a:endParaRPr b="1" sz="1000">
                        <a:solidFill>
                          <a:schemeClr val="lt1"/>
                        </a:solidFill>
                        <a:latin typeface="Sora"/>
                        <a:ea typeface="Sora"/>
                        <a:cs typeface="Sora"/>
                        <a:sym typeface="Sor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hMerge="1"/>
                <a:tc gridSpan="2">
                  <a:txBody>
                    <a:bodyPr/>
                    <a:lstStyle/>
                    <a:p>
                      <a:pPr indent="0" lvl="0" marL="0" rtl="0" algn="ctr">
                        <a:spcBef>
                          <a:spcPts val="0"/>
                        </a:spcBef>
                        <a:spcAft>
                          <a:spcPts val="1600"/>
                        </a:spcAft>
                        <a:buNone/>
                      </a:pPr>
                      <a:r>
                        <a:rPr b="1" lang="en" sz="1000">
                          <a:solidFill>
                            <a:schemeClr val="lt1"/>
                          </a:solidFill>
                          <a:latin typeface="Sora"/>
                          <a:ea typeface="Sora"/>
                          <a:cs typeface="Sora"/>
                          <a:sym typeface="Sora"/>
                        </a:rPr>
                        <a:t>After Tuning </a:t>
                      </a:r>
                      <a:endParaRPr b="1" sz="1000">
                        <a:solidFill>
                          <a:schemeClr val="lt1"/>
                        </a:solidFill>
                        <a:latin typeface="Sora"/>
                        <a:ea typeface="Sora"/>
                        <a:cs typeface="Sora"/>
                        <a:sym typeface="Sor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hMerge="1"/>
              </a:tr>
              <a:tr h="326775">
                <a:tc vMerge="1"/>
                <a:tc>
                  <a:txBody>
                    <a:bodyPr/>
                    <a:lstStyle/>
                    <a:p>
                      <a:pPr indent="0" lvl="0" marL="0" rtl="0" algn="l">
                        <a:spcBef>
                          <a:spcPts val="0"/>
                        </a:spcBef>
                        <a:spcAft>
                          <a:spcPts val="1600"/>
                        </a:spcAft>
                        <a:buNone/>
                      </a:pPr>
                      <a:r>
                        <a:rPr b="1" lang="en" sz="1000">
                          <a:solidFill>
                            <a:schemeClr val="lt1"/>
                          </a:solidFill>
                          <a:latin typeface="Sora"/>
                          <a:ea typeface="Sora"/>
                          <a:cs typeface="Sora"/>
                          <a:sym typeface="Sora"/>
                        </a:rPr>
                        <a:t>R2 Scores </a:t>
                      </a:r>
                      <a:endParaRPr b="1" sz="1000">
                        <a:solidFill>
                          <a:schemeClr val="lt1"/>
                        </a:solidFill>
                        <a:latin typeface="Sora"/>
                        <a:ea typeface="Sora"/>
                        <a:cs typeface="Sora"/>
                        <a:sym typeface="Sor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a:txBody>
                    <a:bodyPr/>
                    <a:lstStyle/>
                    <a:p>
                      <a:pPr indent="0" lvl="0" marL="0" rtl="0" algn="l">
                        <a:spcBef>
                          <a:spcPts val="0"/>
                        </a:spcBef>
                        <a:spcAft>
                          <a:spcPts val="1600"/>
                        </a:spcAft>
                        <a:buNone/>
                      </a:pPr>
                      <a:r>
                        <a:rPr b="1" lang="en" sz="1000">
                          <a:solidFill>
                            <a:schemeClr val="lt1"/>
                          </a:solidFill>
                          <a:latin typeface="Sora"/>
                          <a:ea typeface="Sora"/>
                          <a:cs typeface="Sora"/>
                          <a:sym typeface="Sora"/>
                        </a:rPr>
                        <a:t>MSE Scores</a:t>
                      </a:r>
                      <a:endParaRPr b="1" sz="1000">
                        <a:solidFill>
                          <a:schemeClr val="lt1"/>
                        </a:solidFill>
                        <a:latin typeface="Sora"/>
                        <a:ea typeface="Sora"/>
                        <a:cs typeface="Sora"/>
                        <a:sym typeface="Sor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a:txBody>
                    <a:bodyPr/>
                    <a:lstStyle/>
                    <a:p>
                      <a:pPr indent="0" lvl="0" marL="0" rtl="0" algn="l">
                        <a:spcBef>
                          <a:spcPts val="0"/>
                        </a:spcBef>
                        <a:spcAft>
                          <a:spcPts val="1600"/>
                        </a:spcAft>
                        <a:buNone/>
                      </a:pPr>
                      <a:r>
                        <a:rPr b="1" lang="en" sz="1000">
                          <a:solidFill>
                            <a:schemeClr val="lt1"/>
                          </a:solidFill>
                          <a:latin typeface="Sora"/>
                          <a:ea typeface="Sora"/>
                          <a:cs typeface="Sora"/>
                          <a:sym typeface="Sora"/>
                        </a:rPr>
                        <a:t>R2 Scores </a:t>
                      </a:r>
                      <a:endParaRPr b="1" sz="1000">
                        <a:solidFill>
                          <a:schemeClr val="lt1"/>
                        </a:solidFill>
                        <a:latin typeface="Sora"/>
                        <a:ea typeface="Sora"/>
                        <a:cs typeface="Sora"/>
                        <a:sym typeface="Sor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a:txBody>
                    <a:bodyPr/>
                    <a:lstStyle/>
                    <a:p>
                      <a:pPr indent="0" lvl="0" marL="0" rtl="0" algn="l">
                        <a:spcBef>
                          <a:spcPts val="0"/>
                        </a:spcBef>
                        <a:spcAft>
                          <a:spcPts val="1600"/>
                        </a:spcAft>
                        <a:buNone/>
                      </a:pPr>
                      <a:r>
                        <a:rPr b="1" lang="en" sz="1000">
                          <a:solidFill>
                            <a:schemeClr val="lt1"/>
                          </a:solidFill>
                          <a:latin typeface="Sora"/>
                          <a:ea typeface="Sora"/>
                          <a:cs typeface="Sora"/>
                          <a:sym typeface="Sora"/>
                        </a:rPr>
                        <a:t>MSE Scores</a:t>
                      </a:r>
                      <a:endParaRPr b="1" sz="1000">
                        <a:solidFill>
                          <a:schemeClr val="lt1"/>
                        </a:solidFill>
                        <a:latin typeface="Sora"/>
                        <a:ea typeface="Sora"/>
                        <a:cs typeface="Sora"/>
                        <a:sym typeface="Sor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r>
              <a:tr h="326775">
                <a:tc>
                  <a:txBody>
                    <a:bodyPr/>
                    <a:lstStyle/>
                    <a:p>
                      <a:pPr indent="0" lvl="0" marL="0" rtl="0" algn="l">
                        <a:spcBef>
                          <a:spcPts val="0"/>
                        </a:spcBef>
                        <a:spcAft>
                          <a:spcPts val="0"/>
                        </a:spcAft>
                        <a:buNone/>
                      </a:pPr>
                      <a:r>
                        <a:rPr lang="en" sz="1000">
                          <a:latin typeface="Arimo"/>
                          <a:ea typeface="Arimo"/>
                          <a:cs typeface="Arimo"/>
                          <a:sym typeface="Arimo"/>
                        </a:rPr>
                        <a:t>Linear Regression </a:t>
                      </a:r>
                      <a:endParaRPr b="1" sz="1000">
                        <a:solidFill>
                          <a:schemeClr val="dk1"/>
                        </a:solidFill>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0.919</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1600"/>
                        </a:spcAft>
                        <a:buNone/>
                      </a:pPr>
                      <a:r>
                        <a:rPr lang="en" sz="1000">
                          <a:solidFill>
                            <a:schemeClr val="dk1"/>
                          </a:solidFill>
                          <a:latin typeface="Arimo"/>
                          <a:ea typeface="Arimo"/>
                          <a:cs typeface="Arimo"/>
                          <a:sym typeface="Arimo"/>
                        </a:rPr>
                        <a:t>0.134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gridSpan="2">
                  <a:txBody>
                    <a:bodyPr/>
                    <a:lstStyle/>
                    <a:p>
                      <a:pPr indent="0" lvl="0" marL="0" rtl="0" algn="ctr">
                        <a:spcBef>
                          <a:spcPts val="0"/>
                        </a:spcBef>
                        <a:spcAft>
                          <a:spcPts val="0"/>
                        </a:spcAft>
                        <a:buNone/>
                      </a:pPr>
                      <a:r>
                        <a:rPr lang="en" sz="1000">
                          <a:solidFill>
                            <a:schemeClr val="dk1"/>
                          </a:solidFill>
                          <a:latin typeface="Arimo"/>
                          <a:ea typeface="Arimo"/>
                          <a:cs typeface="Arimo"/>
                          <a:sym typeface="Arimo"/>
                        </a:rPr>
                        <a:t>-</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hMerge="1"/>
              </a:tr>
              <a:tr h="326775">
                <a:tc>
                  <a:txBody>
                    <a:bodyPr/>
                    <a:lstStyle/>
                    <a:p>
                      <a:pPr indent="0" lvl="0" marL="0" rtl="0" algn="l">
                        <a:spcBef>
                          <a:spcPts val="0"/>
                        </a:spcBef>
                        <a:spcAft>
                          <a:spcPts val="0"/>
                        </a:spcAft>
                        <a:buNone/>
                      </a:pPr>
                      <a:r>
                        <a:rPr lang="en" sz="1000">
                          <a:latin typeface="Arimo"/>
                          <a:ea typeface="Arimo"/>
                          <a:cs typeface="Arimo"/>
                          <a:sym typeface="Arimo"/>
                        </a:rPr>
                        <a:t>Ridge Regression </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0.919</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0.134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0.919</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0.134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26775">
                <a:tc>
                  <a:txBody>
                    <a:bodyPr/>
                    <a:lstStyle/>
                    <a:p>
                      <a:pPr indent="0" lvl="0" marL="0" rtl="0" algn="l">
                        <a:spcBef>
                          <a:spcPts val="0"/>
                        </a:spcBef>
                        <a:spcAft>
                          <a:spcPts val="0"/>
                        </a:spcAft>
                        <a:buNone/>
                      </a:pPr>
                      <a:r>
                        <a:rPr lang="en" sz="1000">
                          <a:latin typeface="Arimo"/>
                          <a:ea typeface="Arimo"/>
                          <a:cs typeface="Arimo"/>
                          <a:sym typeface="Arimo"/>
                        </a:rPr>
                        <a:t>Lasso Regression </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0.844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0.258</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0.907</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0.154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26775">
                <a:tc>
                  <a:txBody>
                    <a:bodyPr/>
                    <a:lstStyle/>
                    <a:p>
                      <a:pPr indent="0" lvl="0" marL="0" rtl="0" algn="l">
                        <a:spcBef>
                          <a:spcPts val="0"/>
                        </a:spcBef>
                        <a:spcAft>
                          <a:spcPts val="0"/>
                        </a:spcAft>
                        <a:buNone/>
                      </a:pPr>
                      <a:r>
                        <a:rPr lang="en" sz="1000">
                          <a:latin typeface="Arimo"/>
                          <a:ea typeface="Arimo"/>
                          <a:cs typeface="Arimo"/>
                          <a:sym typeface="Arimo"/>
                        </a:rPr>
                        <a:t>kNN Regression </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0.926</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dk1"/>
                          </a:solidFill>
                          <a:latin typeface="Arimo"/>
                          <a:ea typeface="Arimo"/>
                          <a:cs typeface="Arimo"/>
                          <a:sym typeface="Arimo"/>
                        </a:rPr>
                        <a:t>0.122</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0.929</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dk1"/>
                          </a:solidFill>
                          <a:latin typeface="Arimo"/>
                          <a:ea typeface="Arimo"/>
                          <a:cs typeface="Arimo"/>
                          <a:sym typeface="Arimo"/>
                        </a:rPr>
                        <a:t>0.117</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26775">
                <a:tc>
                  <a:txBody>
                    <a:bodyPr/>
                    <a:lstStyle/>
                    <a:p>
                      <a:pPr indent="0" lvl="0" marL="0" rtl="0" algn="l">
                        <a:spcBef>
                          <a:spcPts val="0"/>
                        </a:spcBef>
                        <a:spcAft>
                          <a:spcPts val="0"/>
                        </a:spcAft>
                        <a:buNone/>
                      </a:pPr>
                      <a:r>
                        <a:rPr lang="en" sz="1000">
                          <a:latin typeface="Arimo"/>
                          <a:ea typeface="Arimo"/>
                          <a:cs typeface="Arimo"/>
                          <a:sym typeface="Arimo"/>
                        </a:rPr>
                        <a:t>Support Vector Regression </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0.960</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0.067</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0.963</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0.061</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26775">
                <a:tc>
                  <a:txBody>
                    <a:bodyPr/>
                    <a:lstStyle/>
                    <a:p>
                      <a:pPr indent="0" lvl="0" marL="0" rtl="0" algn="l">
                        <a:spcBef>
                          <a:spcPts val="0"/>
                        </a:spcBef>
                        <a:spcAft>
                          <a:spcPts val="0"/>
                        </a:spcAft>
                        <a:buNone/>
                      </a:pPr>
                      <a:r>
                        <a:rPr lang="en" sz="1000">
                          <a:latin typeface="Arimo"/>
                          <a:ea typeface="Arimo"/>
                          <a:cs typeface="Arimo"/>
                          <a:sym typeface="Arimo"/>
                        </a:rPr>
                        <a:t>Random Forest Regression</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0.957</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0.072</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0.957</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000">
                          <a:solidFill>
                            <a:schemeClr val="dk1"/>
                          </a:solidFill>
                          <a:latin typeface="Arimo"/>
                          <a:ea typeface="Arimo"/>
                          <a:cs typeface="Arimo"/>
                          <a:sym typeface="Arimo"/>
                        </a:rPr>
                        <a:t>0.071</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26775">
                <a:tc>
                  <a:txBody>
                    <a:bodyPr/>
                    <a:lstStyle/>
                    <a:p>
                      <a:pPr indent="0" lvl="0" marL="0" rtl="0" algn="l">
                        <a:spcBef>
                          <a:spcPts val="0"/>
                        </a:spcBef>
                        <a:spcAft>
                          <a:spcPts val="0"/>
                        </a:spcAft>
                        <a:buNone/>
                      </a:pPr>
                      <a:r>
                        <a:rPr lang="en" sz="1000">
                          <a:latin typeface="Arimo"/>
                          <a:ea typeface="Arimo"/>
                          <a:cs typeface="Arimo"/>
                          <a:sym typeface="Arimo"/>
                        </a:rPr>
                        <a:t>Decision Tree Regression </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0.904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0.159</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0.902</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0.163</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26775">
                <a:tc>
                  <a:txBody>
                    <a:bodyPr/>
                    <a:lstStyle/>
                    <a:p>
                      <a:pPr indent="0" lvl="0" marL="0" rtl="0" algn="l">
                        <a:spcBef>
                          <a:spcPts val="0"/>
                        </a:spcBef>
                        <a:spcAft>
                          <a:spcPts val="0"/>
                        </a:spcAft>
                        <a:buNone/>
                      </a:pPr>
                      <a:r>
                        <a:rPr lang="en" sz="1000">
                          <a:latin typeface="Arimo"/>
                          <a:ea typeface="Arimo"/>
                          <a:cs typeface="Arimo"/>
                          <a:sym typeface="Arimo"/>
                        </a:rPr>
                        <a:t>Gradient Boosting Regression</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0.934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0.109</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0.961</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0.065</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26775">
                <a:tc>
                  <a:txBody>
                    <a:bodyPr/>
                    <a:lstStyle/>
                    <a:p>
                      <a:pPr indent="0" lvl="0" marL="0" rtl="0" algn="l">
                        <a:spcBef>
                          <a:spcPts val="0"/>
                        </a:spcBef>
                        <a:spcAft>
                          <a:spcPts val="0"/>
                        </a:spcAft>
                        <a:buNone/>
                      </a:pPr>
                      <a:r>
                        <a:rPr lang="en" sz="1000">
                          <a:latin typeface="Arimo"/>
                          <a:ea typeface="Arimo"/>
                          <a:cs typeface="Arimo"/>
                          <a:sym typeface="Arimo"/>
                        </a:rPr>
                        <a:t>Simple Neural Network </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A4C2F4"/>
                    </a:solidFill>
                  </a:tcPr>
                </a:tc>
                <a:tc>
                  <a:txBody>
                    <a:bodyPr/>
                    <a:lstStyle/>
                    <a:p>
                      <a:pPr indent="0" lvl="0" marL="0" rtl="0" algn="l">
                        <a:spcBef>
                          <a:spcPts val="0"/>
                        </a:spcBef>
                        <a:spcAft>
                          <a:spcPts val="0"/>
                        </a:spcAft>
                        <a:buNone/>
                      </a:pPr>
                      <a:r>
                        <a:rPr lang="en" sz="1000">
                          <a:latin typeface="Arimo"/>
                          <a:ea typeface="Arimo"/>
                          <a:cs typeface="Arimo"/>
                          <a:sym typeface="Arimo"/>
                        </a:rPr>
                        <a:t>0.909</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A4C2F4"/>
                    </a:solidFill>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0.151</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A4C2F4"/>
                    </a:solidFill>
                  </a:tcPr>
                </a:tc>
                <a:tc>
                  <a:txBody>
                    <a:bodyPr/>
                    <a:lstStyle/>
                    <a:p>
                      <a:pPr indent="0" lvl="0" marL="0" rtl="0" algn="l">
                        <a:spcBef>
                          <a:spcPts val="0"/>
                        </a:spcBef>
                        <a:spcAft>
                          <a:spcPts val="0"/>
                        </a:spcAft>
                        <a:buNone/>
                      </a:pPr>
                      <a:r>
                        <a:rPr lang="en" sz="1000">
                          <a:latin typeface="Arimo"/>
                          <a:ea typeface="Arimo"/>
                          <a:cs typeface="Arimo"/>
                          <a:sym typeface="Arimo"/>
                        </a:rPr>
                        <a:t>0.949</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A4C2F4"/>
                    </a:solidFill>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0.084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A4C2F4"/>
                    </a:solidFill>
                  </a:tcPr>
                </a:tc>
              </a:tr>
              <a:tr h="487650">
                <a:tc>
                  <a:txBody>
                    <a:bodyPr/>
                    <a:lstStyle/>
                    <a:p>
                      <a:pPr indent="0" lvl="0" marL="0" rtl="0" algn="l">
                        <a:spcBef>
                          <a:spcPts val="0"/>
                        </a:spcBef>
                        <a:spcAft>
                          <a:spcPts val="0"/>
                        </a:spcAft>
                        <a:buClr>
                          <a:schemeClr val="dk1"/>
                        </a:buClr>
                        <a:buSzPts val="1100"/>
                        <a:buFont typeface="Arial"/>
                        <a:buNone/>
                      </a:pPr>
                      <a:r>
                        <a:rPr lang="en" sz="1000">
                          <a:solidFill>
                            <a:schemeClr val="dk1"/>
                          </a:solidFill>
                          <a:latin typeface="Arimo"/>
                          <a:ea typeface="Arimo"/>
                          <a:cs typeface="Arimo"/>
                          <a:sym typeface="Arimo"/>
                        </a:rPr>
                        <a:t>Radial Basis Function Neural Network </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A4C2F4"/>
                    </a:solidFill>
                  </a:tcPr>
                </a:tc>
                <a:tc>
                  <a:txBody>
                    <a:bodyPr/>
                    <a:lstStyle/>
                    <a:p>
                      <a:pPr indent="0" lvl="0" marL="0" rtl="0" algn="l">
                        <a:spcBef>
                          <a:spcPts val="0"/>
                        </a:spcBef>
                        <a:spcAft>
                          <a:spcPts val="0"/>
                        </a:spcAft>
                        <a:buNone/>
                      </a:pPr>
                      <a:r>
                        <a:rPr lang="en" sz="1000">
                          <a:latin typeface="Arimo"/>
                          <a:ea typeface="Arimo"/>
                          <a:cs typeface="Arimo"/>
                          <a:sym typeface="Arimo"/>
                        </a:rPr>
                        <a:t>0.922</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A4C2F4"/>
                    </a:solidFill>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0.176</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A4C2F4"/>
                    </a:solidFill>
                  </a:tcPr>
                </a:tc>
                <a:tc>
                  <a:txBody>
                    <a:bodyPr/>
                    <a:lstStyle/>
                    <a:p>
                      <a:pPr indent="0" lvl="0" marL="0" rtl="0" algn="l">
                        <a:spcBef>
                          <a:spcPts val="0"/>
                        </a:spcBef>
                        <a:spcAft>
                          <a:spcPts val="0"/>
                        </a:spcAft>
                        <a:buNone/>
                      </a:pPr>
                      <a:r>
                        <a:rPr lang="en" sz="1000">
                          <a:latin typeface="Arimo"/>
                          <a:ea typeface="Arimo"/>
                          <a:cs typeface="Arimo"/>
                          <a:sym typeface="Arimo"/>
                        </a:rPr>
                        <a:t>0.925</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A4C2F4"/>
                    </a:solidFill>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0.124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A4C2F4"/>
                    </a:solid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64"/>
          <p:cNvSpPr txBox="1"/>
          <p:nvPr>
            <p:ph type="title"/>
          </p:nvPr>
        </p:nvSpPr>
        <p:spPr>
          <a:xfrm rot="-5400000">
            <a:off x="-1561575" y="1987150"/>
            <a:ext cx="4409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 </a:t>
            </a:r>
            <a:endParaRPr/>
          </a:p>
        </p:txBody>
      </p:sp>
      <p:graphicFrame>
        <p:nvGraphicFramePr>
          <p:cNvPr id="472" name="Google Shape;472;p64"/>
          <p:cNvGraphicFramePr/>
          <p:nvPr/>
        </p:nvGraphicFramePr>
        <p:xfrm>
          <a:off x="1006988" y="302642"/>
          <a:ext cx="3000000" cy="3000000"/>
        </p:xfrm>
        <a:graphic>
          <a:graphicData uri="http://schemas.openxmlformats.org/drawingml/2006/table">
            <a:tbl>
              <a:tblPr>
                <a:noFill/>
                <a:tableStyleId>{903B74ED-40CC-4164-9236-D432A19661F3}</a:tableStyleId>
              </a:tblPr>
              <a:tblGrid>
                <a:gridCol w="1995925"/>
                <a:gridCol w="1453250"/>
                <a:gridCol w="1453250"/>
                <a:gridCol w="1453250"/>
                <a:gridCol w="1453250"/>
              </a:tblGrid>
              <a:tr h="326775">
                <a:tc rowSpan="2">
                  <a:txBody>
                    <a:bodyPr/>
                    <a:lstStyle/>
                    <a:p>
                      <a:pPr indent="0" lvl="0" marL="0" rtl="0" algn="ctr">
                        <a:spcBef>
                          <a:spcPts val="0"/>
                        </a:spcBef>
                        <a:spcAft>
                          <a:spcPts val="0"/>
                        </a:spcAft>
                        <a:buNone/>
                      </a:pPr>
                      <a:r>
                        <a:rPr b="1" lang="en" sz="1000">
                          <a:solidFill>
                            <a:schemeClr val="lt1"/>
                          </a:solidFill>
                          <a:latin typeface="Sora"/>
                          <a:ea typeface="Sora"/>
                          <a:cs typeface="Sora"/>
                          <a:sym typeface="Sora"/>
                        </a:rPr>
                        <a:t>Algorithms</a:t>
                      </a:r>
                      <a:endParaRPr b="1" sz="1000">
                        <a:solidFill>
                          <a:schemeClr val="lt1"/>
                        </a:solidFill>
                        <a:latin typeface="Sora"/>
                        <a:ea typeface="Sora"/>
                        <a:cs typeface="Sora"/>
                        <a:sym typeface="Sor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gridSpan="2">
                  <a:txBody>
                    <a:bodyPr/>
                    <a:lstStyle/>
                    <a:p>
                      <a:pPr indent="0" lvl="0" marL="0" rtl="0" algn="ctr">
                        <a:spcBef>
                          <a:spcPts val="0"/>
                        </a:spcBef>
                        <a:spcAft>
                          <a:spcPts val="1600"/>
                        </a:spcAft>
                        <a:buNone/>
                      </a:pPr>
                      <a:r>
                        <a:rPr b="1" lang="en" sz="1000">
                          <a:solidFill>
                            <a:schemeClr val="lt1"/>
                          </a:solidFill>
                          <a:latin typeface="Sora"/>
                          <a:ea typeface="Sora"/>
                          <a:cs typeface="Sora"/>
                          <a:sym typeface="Sora"/>
                        </a:rPr>
                        <a:t>Before Tuning </a:t>
                      </a:r>
                      <a:endParaRPr b="1" sz="1000">
                        <a:solidFill>
                          <a:schemeClr val="lt1"/>
                        </a:solidFill>
                        <a:latin typeface="Sora"/>
                        <a:ea typeface="Sora"/>
                        <a:cs typeface="Sora"/>
                        <a:sym typeface="Sor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hMerge="1"/>
                <a:tc gridSpan="2">
                  <a:txBody>
                    <a:bodyPr/>
                    <a:lstStyle/>
                    <a:p>
                      <a:pPr indent="0" lvl="0" marL="0" rtl="0" algn="ctr">
                        <a:spcBef>
                          <a:spcPts val="0"/>
                        </a:spcBef>
                        <a:spcAft>
                          <a:spcPts val="1600"/>
                        </a:spcAft>
                        <a:buNone/>
                      </a:pPr>
                      <a:r>
                        <a:rPr b="1" lang="en" sz="1000">
                          <a:solidFill>
                            <a:schemeClr val="lt1"/>
                          </a:solidFill>
                          <a:latin typeface="Sora"/>
                          <a:ea typeface="Sora"/>
                          <a:cs typeface="Sora"/>
                          <a:sym typeface="Sora"/>
                        </a:rPr>
                        <a:t>After Tuning </a:t>
                      </a:r>
                      <a:endParaRPr b="1" sz="1000">
                        <a:solidFill>
                          <a:schemeClr val="lt1"/>
                        </a:solidFill>
                        <a:latin typeface="Sora"/>
                        <a:ea typeface="Sora"/>
                        <a:cs typeface="Sora"/>
                        <a:sym typeface="Sor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hMerge="1"/>
              </a:tr>
              <a:tr h="326775">
                <a:tc vMerge="1"/>
                <a:tc>
                  <a:txBody>
                    <a:bodyPr/>
                    <a:lstStyle/>
                    <a:p>
                      <a:pPr indent="0" lvl="0" marL="0" rtl="0" algn="l">
                        <a:spcBef>
                          <a:spcPts val="0"/>
                        </a:spcBef>
                        <a:spcAft>
                          <a:spcPts val="1600"/>
                        </a:spcAft>
                        <a:buNone/>
                      </a:pPr>
                      <a:r>
                        <a:rPr b="1" lang="en" sz="1000">
                          <a:solidFill>
                            <a:schemeClr val="lt1"/>
                          </a:solidFill>
                          <a:latin typeface="Sora"/>
                          <a:ea typeface="Sora"/>
                          <a:cs typeface="Sora"/>
                          <a:sym typeface="Sora"/>
                        </a:rPr>
                        <a:t>R2 Scores </a:t>
                      </a:r>
                      <a:endParaRPr b="1" sz="1000">
                        <a:solidFill>
                          <a:schemeClr val="lt1"/>
                        </a:solidFill>
                        <a:latin typeface="Sora"/>
                        <a:ea typeface="Sora"/>
                        <a:cs typeface="Sora"/>
                        <a:sym typeface="Sor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a:txBody>
                    <a:bodyPr/>
                    <a:lstStyle/>
                    <a:p>
                      <a:pPr indent="0" lvl="0" marL="0" rtl="0" algn="l">
                        <a:spcBef>
                          <a:spcPts val="0"/>
                        </a:spcBef>
                        <a:spcAft>
                          <a:spcPts val="1600"/>
                        </a:spcAft>
                        <a:buNone/>
                      </a:pPr>
                      <a:r>
                        <a:rPr b="1" lang="en" sz="1000">
                          <a:solidFill>
                            <a:schemeClr val="lt1"/>
                          </a:solidFill>
                          <a:latin typeface="Sora"/>
                          <a:ea typeface="Sora"/>
                          <a:cs typeface="Sora"/>
                          <a:sym typeface="Sora"/>
                        </a:rPr>
                        <a:t>MSE Scores</a:t>
                      </a:r>
                      <a:endParaRPr b="1" sz="1000">
                        <a:solidFill>
                          <a:schemeClr val="lt1"/>
                        </a:solidFill>
                        <a:latin typeface="Sora"/>
                        <a:ea typeface="Sora"/>
                        <a:cs typeface="Sora"/>
                        <a:sym typeface="Sor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a:txBody>
                    <a:bodyPr/>
                    <a:lstStyle/>
                    <a:p>
                      <a:pPr indent="0" lvl="0" marL="0" rtl="0" algn="l">
                        <a:spcBef>
                          <a:spcPts val="0"/>
                        </a:spcBef>
                        <a:spcAft>
                          <a:spcPts val="1600"/>
                        </a:spcAft>
                        <a:buNone/>
                      </a:pPr>
                      <a:r>
                        <a:rPr b="1" lang="en" sz="1000">
                          <a:solidFill>
                            <a:schemeClr val="lt1"/>
                          </a:solidFill>
                          <a:latin typeface="Sora"/>
                          <a:ea typeface="Sora"/>
                          <a:cs typeface="Sora"/>
                          <a:sym typeface="Sora"/>
                        </a:rPr>
                        <a:t>R2 Scores </a:t>
                      </a:r>
                      <a:endParaRPr b="1" sz="1000">
                        <a:solidFill>
                          <a:schemeClr val="lt1"/>
                        </a:solidFill>
                        <a:latin typeface="Sora"/>
                        <a:ea typeface="Sora"/>
                        <a:cs typeface="Sora"/>
                        <a:sym typeface="Sor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a:txBody>
                    <a:bodyPr/>
                    <a:lstStyle/>
                    <a:p>
                      <a:pPr indent="0" lvl="0" marL="0" rtl="0" algn="l">
                        <a:spcBef>
                          <a:spcPts val="0"/>
                        </a:spcBef>
                        <a:spcAft>
                          <a:spcPts val="1600"/>
                        </a:spcAft>
                        <a:buNone/>
                      </a:pPr>
                      <a:r>
                        <a:rPr b="1" lang="en" sz="1000">
                          <a:solidFill>
                            <a:schemeClr val="lt1"/>
                          </a:solidFill>
                          <a:latin typeface="Sora"/>
                          <a:ea typeface="Sora"/>
                          <a:cs typeface="Sora"/>
                          <a:sym typeface="Sora"/>
                        </a:rPr>
                        <a:t>MSE Scores</a:t>
                      </a:r>
                      <a:endParaRPr b="1" sz="1000">
                        <a:solidFill>
                          <a:schemeClr val="lt1"/>
                        </a:solidFill>
                        <a:latin typeface="Sora"/>
                        <a:ea typeface="Sora"/>
                        <a:cs typeface="Sora"/>
                        <a:sym typeface="Sor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r>
              <a:tr h="326775">
                <a:tc>
                  <a:txBody>
                    <a:bodyPr/>
                    <a:lstStyle/>
                    <a:p>
                      <a:pPr indent="0" lvl="0" marL="0" rtl="0" algn="l">
                        <a:spcBef>
                          <a:spcPts val="0"/>
                        </a:spcBef>
                        <a:spcAft>
                          <a:spcPts val="0"/>
                        </a:spcAft>
                        <a:buNone/>
                      </a:pPr>
                      <a:r>
                        <a:rPr lang="en" sz="1000">
                          <a:latin typeface="Arimo"/>
                          <a:ea typeface="Arimo"/>
                          <a:cs typeface="Arimo"/>
                          <a:sym typeface="Arimo"/>
                        </a:rPr>
                        <a:t>Linear Regression </a:t>
                      </a:r>
                      <a:endParaRPr b="1" sz="1000">
                        <a:solidFill>
                          <a:schemeClr val="dk1"/>
                        </a:solidFill>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0.919</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1600"/>
                        </a:spcAft>
                        <a:buNone/>
                      </a:pPr>
                      <a:r>
                        <a:rPr lang="en" sz="1000">
                          <a:solidFill>
                            <a:schemeClr val="dk1"/>
                          </a:solidFill>
                          <a:latin typeface="Arimo"/>
                          <a:ea typeface="Arimo"/>
                          <a:cs typeface="Arimo"/>
                          <a:sym typeface="Arimo"/>
                        </a:rPr>
                        <a:t>0.134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gridSpan="2">
                  <a:txBody>
                    <a:bodyPr/>
                    <a:lstStyle/>
                    <a:p>
                      <a:pPr indent="0" lvl="0" marL="0" rtl="0" algn="ctr">
                        <a:spcBef>
                          <a:spcPts val="0"/>
                        </a:spcBef>
                        <a:spcAft>
                          <a:spcPts val="0"/>
                        </a:spcAft>
                        <a:buNone/>
                      </a:pPr>
                      <a:r>
                        <a:rPr lang="en" sz="1000">
                          <a:solidFill>
                            <a:schemeClr val="dk1"/>
                          </a:solidFill>
                          <a:latin typeface="Arimo"/>
                          <a:ea typeface="Arimo"/>
                          <a:cs typeface="Arimo"/>
                          <a:sym typeface="Arimo"/>
                        </a:rPr>
                        <a:t>-</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hMerge="1"/>
              </a:tr>
              <a:tr h="326775">
                <a:tc>
                  <a:txBody>
                    <a:bodyPr/>
                    <a:lstStyle/>
                    <a:p>
                      <a:pPr indent="0" lvl="0" marL="0" rtl="0" algn="l">
                        <a:spcBef>
                          <a:spcPts val="0"/>
                        </a:spcBef>
                        <a:spcAft>
                          <a:spcPts val="0"/>
                        </a:spcAft>
                        <a:buNone/>
                      </a:pPr>
                      <a:r>
                        <a:rPr lang="en" sz="1000">
                          <a:latin typeface="Arimo"/>
                          <a:ea typeface="Arimo"/>
                          <a:cs typeface="Arimo"/>
                          <a:sym typeface="Arimo"/>
                        </a:rPr>
                        <a:t>Ridge Regression </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0.919</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0.134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0.919</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0.134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26775">
                <a:tc>
                  <a:txBody>
                    <a:bodyPr/>
                    <a:lstStyle/>
                    <a:p>
                      <a:pPr indent="0" lvl="0" marL="0" rtl="0" algn="l">
                        <a:spcBef>
                          <a:spcPts val="0"/>
                        </a:spcBef>
                        <a:spcAft>
                          <a:spcPts val="0"/>
                        </a:spcAft>
                        <a:buNone/>
                      </a:pPr>
                      <a:r>
                        <a:rPr lang="en" sz="1000">
                          <a:latin typeface="Arimo"/>
                          <a:ea typeface="Arimo"/>
                          <a:cs typeface="Arimo"/>
                          <a:sym typeface="Arimo"/>
                        </a:rPr>
                        <a:t>Lasso Regression </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0.844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0.258</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0.907</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0.154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26775">
                <a:tc>
                  <a:txBody>
                    <a:bodyPr/>
                    <a:lstStyle/>
                    <a:p>
                      <a:pPr indent="0" lvl="0" marL="0" rtl="0" algn="l">
                        <a:spcBef>
                          <a:spcPts val="0"/>
                        </a:spcBef>
                        <a:spcAft>
                          <a:spcPts val="0"/>
                        </a:spcAft>
                        <a:buNone/>
                      </a:pPr>
                      <a:r>
                        <a:rPr lang="en" sz="1000">
                          <a:latin typeface="Arimo"/>
                          <a:ea typeface="Arimo"/>
                          <a:cs typeface="Arimo"/>
                          <a:sym typeface="Arimo"/>
                        </a:rPr>
                        <a:t>kNN Regression </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0.926</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dk1"/>
                          </a:solidFill>
                          <a:latin typeface="Arimo"/>
                          <a:ea typeface="Arimo"/>
                          <a:cs typeface="Arimo"/>
                          <a:sym typeface="Arimo"/>
                        </a:rPr>
                        <a:t>0.122</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0.929</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dk1"/>
                          </a:solidFill>
                          <a:latin typeface="Arimo"/>
                          <a:ea typeface="Arimo"/>
                          <a:cs typeface="Arimo"/>
                          <a:sym typeface="Arimo"/>
                        </a:rPr>
                        <a:t>0.117</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26775">
                <a:tc>
                  <a:txBody>
                    <a:bodyPr/>
                    <a:lstStyle/>
                    <a:p>
                      <a:pPr indent="0" lvl="0" marL="0" rtl="0" algn="l">
                        <a:spcBef>
                          <a:spcPts val="0"/>
                        </a:spcBef>
                        <a:spcAft>
                          <a:spcPts val="0"/>
                        </a:spcAft>
                        <a:buNone/>
                      </a:pPr>
                      <a:r>
                        <a:rPr lang="en" sz="1000">
                          <a:latin typeface="Arimo"/>
                          <a:ea typeface="Arimo"/>
                          <a:cs typeface="Arimo"/>
                          <a:sym typeface="Arimo"/>
                        </a:rPr>
                        <a:t>Support Vector Regression </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A4C2F4"/>
                    </a:solidFill>
                  </a:tcPr>
                </a:tc>
                <a:tc>
                  <a:txBody>
                    <a:bodyPr/>
                    <a:lstStyle/>
                    <a:p>
                      <a:pPr indent="0" lvl="0" marL="0" rtl="0" algn="l">
                        <a:spcBef>
                          <a:spcPts val="0"/>
                        </a:spcBef>
                        <a:spcAft>
                          <a:spcPts val="0"/>
                        </a:spcAft>
                        <a:buNone/>
                      </a:pPr>
                      <a:r>
                        <a:rPr lang="en" sz="1000">
                          <a:latin typeface="Arimo"/>
                          <a:ea typeface="Arimo"/>
                          <a:cs typeface="Arimo"/>
                          <a:sym typeface="Arimo"/>
                        </a:rPr>
                        <a:t>0.960</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A4C2F4"/>
                    </a:solidFill>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0.067</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A4C2F4"/>
                    </a:solidFill>
                  </a:tcPr>
                </a:tc>
                <a:tc>
                  <a:txBody>
                    <a:bodyPr/>
                    <a:lstStyle/>
                    <a:p>
                      <a:pPr indent="0" lvl="0" marL="0" rtl="0" algn="l">
                        <a:spcBef>
                          <a:spcPts val="0"/>
                        </a:spcBef>
                        <a:spcAft>
                          <a:spcPts val="0"/>
                        </a:spcAft>
                        <a:buNone/>
                      </a:pPr>
                      <a:r>
                        <a:rPr lang="en" sz="1000">
                          <a:latin typeface="Arimo"/>
                          <a:ea typeface="Arimo"/>
                          <a:cs typeface="Arimo"/>
                          <a:sym typeface="Arimo"/>
                        </a:rPr>
                        <a:t>0.963</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A4C2F4"/>
                    </a:solidFill>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0.061</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A4C2F4"/>
                    </a:solidFill>
                  </a:tcPr>
                </a:tc>
              </a:tr>
              <a:tr h="326775">
                <a:tc>
                  <a:txBody>
                    <a:bodyPr/>
                    <a:lstStyle/>
                    <a:p>
                      <a:pPr indent="0" lvl="0" marL="0" rtl="0" algn="l">
                        <a:spcBef>
                          <a:spcPts val="0"/>
                        </a:spcBef>
                        <a:spcAft>
                          <a:spcPts val="0"/>
                        </a:spcAft>
                        <a:buNone/>
                      </a:pPr>
                      <a:r>
                        <a:rPr lang="en" sz="1000">
                          <a:latin typeface="Arimo"/>
                          <a:ea typeface="Arimo"/>
                          <a:cs typeface="Arimo"/>
                          <a:sym typeface="Arimo"/>
                        </a:rPr>
                        <a:t>Random Forest Regression</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0.957</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0.072</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0.957</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000">
                          <a:solidFill>
                            <a:schemeClr val="dk1"/>
                          </a:solidFill>
                          <a:latin typeface="Arimo"/>
                          <a:ea typeface="Arimo"/>
                          <a:cs typeface="Arimo"/>
                          <a:sym typeface="Arimo"/>
                        </a:rPr>
                        <a:t>0.071</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26775">
                <a:tc>
                  <a:txBody>
                    <a:bodyPr/>
                    <a:lstStyle/>
                    <a:p>
                      <a:pPr indent="0" lvl="0" marL="0" rtl="0" algn="l">
                        <a:spcBef>
                          <a:spcPts val="0"/>
                        </a:spcBef>
                        <a:spcAft>
                          <a:spcPts val="0"/>
                        </a:spcAft>
                        <a:buNone/>
                      </a:pPr>
                      <a:r>
                        <a:rPr lang="en" sz="1000">
                          <a:latin typeface="Arimo"/>
                          <a:ea typeface="Arimo"/>
                          <a:cs typeface="Arimo"/>
                          <a:sym typeface="Arimo"/>
                        </a:rPr>
                        <a:t>Decision Tree Regression </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0.904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0.159</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0.902</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0.163</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26775">
                <a:tc>
                  <a:txBody>
                    <a:bodyPr/>
                    <a:lstStyle/>
                    <a:p>
                      <a:pPr indent="0" lvl="0" marL="0" rtl="0" algn="l">
                        <a:spcBef>
                          <a:spcPts val="0"/>
                        </a:spcBef>
                        <a:spcAft>
                          <a:spcPts val="0"/>
                        </a:spcAft>
                        <a:buNone/>
                      </a:pPr>
                      <a:r>
                        <a:rPr lang="en" sz="1000">
                          <a:latin typeface="Arimo"/>
                          <a:ea typeface="Arimo"/>
                          <a:cs typeface="Arimo"/>
                          <a:sym typeface="Arimo"/>
                        </a:rPr>
                        <a:t>Gradient Boosting Regression</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0.934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0.109</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0.961</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0.065</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26775">
                <a:tc>
                  <a:txBody>
                    <a:bodyPr/>
                    <a:lstStyle/>
                    <a:p>
                      <a:pPr indent="0" lvl="0" marL="0" rtl="0" algn="l">
                        <a:spcBef>
                          <a:spcPts val="0"/>
                        </a:spcBef>
                        <a:spcAft>
                          <a:spcPts val="0"/>
                        </a:spcAft>
                        <a:buNone/>
                      </a:pPr>
                      <a:r>
                        <a:rPr lang="en" sz="1000">
                          <a:latin typeface="Arimo"/>
                          <a:ea typeface="Arimo"/>
                          <a:cs typeface="Arimo"/>
                          <a:sym typeface="Arimo"/>
                        </a:rPr>
                        <a:t>Simple Neural Network </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0.909</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0.151</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0.949</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0.084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87650">
                <a:tc>
                  <a:txBody>
                    <a:bodyPr/>
                    <a:lstStyle/>
                    <a:p>
                      <a:pPr indent="0" lvl="0" marL="0" rtl="0" algn="l">
                        <a:spcBef>
                          <a:spcPts val="0"/>
                        </a:spcBef>
                        <a:spcAft>
                          <a:spcPts val="0"/>
                        </a:spcAft>
                        <a:buClr>
                          <a:schemeClr val="dk1"/>
                        </a:buClr>
                        <a:buSzPts val="1100"/>
                        <a:buFont typeface="Arial"/>
                        <a:buNone/>
                      </a:pPr>
                      <a:r>
                        <a:rPr lang="en" sz="1000">
                          <a:solidFill>
                            <a:schemeClr val="dk1"/>
                          </a:solidFill>
                          <a:latin typeface="Arimo"/>
                          <a:ea typeface="Arimo"/>
                          <a:cs typeface="Arimo"/>
                          <a:sym typeface="Arimo"/>
                        </a:rPr>
                        <a:t>Radial Basis Function Neural Network </a:t>
                      </a:r>
                      <a:endParaRPr sz="1000">
                        <a:latin typeface="Arimo"/>
                        <a:ea typeface="Arimo"/>
                        <a:cs typeface="Arimo"/>
                        <a:sym typeface="Arimo"/>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0.894</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0.176</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Arimo"/>
                          <a:ea typeface="Arimo"/>
                          <a:cs typeface="Arimo"/>
                          <a:sym typeface="Arimo"/>
                        </a:rPr>
                        <a:t>0.926</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rimo"/>
                          <a:ea typeface="Arimo"/>
                          <a:cs typeface="Arimo"/>
                          <a:sym typeface="Arimo"/>
                        </a:rPr>
                        <a:t>0.112</a:t>
                      </a:r>
                      <a:endParaRPr sz="1000">
                        <a:solidFill>
                          <a:schemeClr val="dk1"/>
                        </a:solidFill>
                        <a:latin typeface="Arimo"/>
                        <a:ea typeface="Arimo"/>
                        <a:cs typeface="Arimo"/>
                        <a:sym typeface="Arimo"/>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pic>
        <p:nvPicPr>
          <p:cNvPr id="477" name="Google Shape;477;p65"/>
          <p:cNvPicPr preferRelativeResize="0"/>
          <p:nvPr/>
        </p:nvPicPr>
        <p:blipFill rotWithShape="1">
          <a:blip r:embed="rId3">
            <a:alphaModFix/>
          </a:blip>
          <a:srcRect b="0" l="3815" r="3806" t="0"/>
          <a:stretch/>
        </p:blipFill>
        <p:spPr>
          <a:xfrm>
            <a:off x="2016950" y="25"/>
            <a:ext cx="7127051" cy="5143498"/>
          </a:xfrm>
          <a:prstGeom prst="rect">
            <a:avLst/>
          </a:prstGeom>
          <a:noFill/>
          <a:ln>
            <a:noFill/>
          </a:ln>
        </p:spPr>
      </p:pic>
      <p:sp>
        <p:nvSpPr>
          <p:cNvPr id="478" name="Google Shape;478;p65"/>
          <p:cNvSpPr/>
          <p:nvPr/>
        </p:nvSpPr>
        <p:spPr>
          <a:xfrm>
            <a:off x="0" y="1184125"/>
            <a:ext cx="7297200" cy="2775300"/>
          </a:xfrm>
          <a:prstGeom prst="rect">
            <a:avLst/>
          </a:prstGeom>
          <a:solidFill>
            <a:srgbClr val="001D75">
              <a:alpha val="804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65"/>
          <p:cNvSpPr txBox="1"/>
          <p:nvPr>
            <p:ph type="title"/>
          </p:nvPr>
        </p:nvSpPr>
        <p:spPr>
          <a:xfrm>
            <a:off x="2016950" y="1586100"/>
            <a:ext cx="5109900" cy="1971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THANK YOU !</a:t>
            </a:r>
            <a:endParaRPr/>
          </a:p>
        </p:txBody>
      </p:sp>
      <p:grpSp>
        <p:nvGrpSpPr>
          <p:cNvPr id="480" name="Google Shape;480;p65"/>
          <p:cNvGrpSpPr/>
          <p:nvPr/>
        </p:nvGrpSpPr>
        <p:grpSpPr>
          <a:xfrm>
            <a:off x="6931253" y="3107113"/>
            <a:ext cx="694500" cy="694500"/>
            <a:chOff x="6931253" y="3107113"/>
            <a:chExt cx="694500" cy="694500"/>
          </a:xfrm>
        </p:grpSpPr>
        <p:sp>
          <p:nvSpPr>
            <p:cNvPr id="481" name="Google Shape;481;p65"/>
            <p:cNvSpPr/>
            <p:nvPr/>
          </p:nvSpPr>
          <p:spPr>
            <a:xfrm>
              <a:off x="6931253" y="3107113"/>
              <a:ext cx="694500" cy="694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2" name="Google Shape;482;p65"/>
            <p:cNvGrpSpPr/>
            <p:nvPr/>
          </p:nvGrpSpPr>
          <p:grpSpPr>
            <a:xfrm>
              <a:off x="7091125" y="3302252"/>
              <a:ext cx="374742" cy="304230"/>
              <a:chOff x="6083810" y="1547297"/>
              <a:chExt cx="382819" cy="310788"/>
            </a:xfrm>
          </p:grpSpPr>
          <p:sp>
            <p:nvSpPr>
              <p:cNvPr id="483" name="Google Shape;483;p65"/>
              <p:cNvSpPr/>
              <p:nvPr/>
            </p:nvSpPr>
            <p:spPr>
              <a:xfrm>
                <a:off x="6083810" y="1547297"/>
                <a:ext cx="382819" cy="310788"/>
              </a:xfrm>
              <a:custGeom>
                <a:rect b="b" l="l" r="r" t="t"/>
                <a:pathLst>
                  <a:path extrusionOk="0" h="9764" w="12027">
                    <a:moveTo>
                      <a:pt x="1834" y="334"/>
                    </a:moveTo>
                    <a:cubicBezTo>
                      <a:pt x="1834" y="334"/>
                      <a:pt x="1846" y="334"/>
                      <a:pt x="1846" y="358"/>
                    </a:cubicBezTo>
                    <a:lnTo>
                      <a:pt x="1846" y="1108"/>
                    </a:lnTo>
                    <a:cubicBezTo>
                      <a:pt x="1846" y="1108"/>
                      <a:pt x="1846" y="1132"/>
                      <a:pt x="1834" y="1132"/>
                    </a:cubicBezTo>
                    <a:lnTo>
                      <a:pt x="1465" y="1132"/>
                    </a:lnTo>
                    <a:cubicBezTo>
                      <a:pt x="1465" y="1132"/>
                      <a:pt x="1453" y="1132"/>
                      <a:pt x="1453" y="1108"/>
                    </a:cubicBezTo>
                    <a:lnTo>
                      <a:pt x="1453" y="358"/>
                    </a:lnTo>
                    <a:lnTo>
                      <a:pt x="1834" y="334"/>
                    </a:lnTo>
                    <a:close/>
                    <a:moveTo>
                      <a:pt x="10502" y="334"/>
                    </a:moveTo>
                    <a:cubicBezTo>
                      <a:pt x="10502" y="334"/>
                      <a:pt x="10514" y="334"/>
                      <a:pt x="10514" y="358"/>
                    </a:cubicBezTo>
                    <a:lnTo>
                      <a:pt x="10514" y="1108"/>
                    </a:lnTo>
                    <a:cubicBezTo>
                      <a:pt x="10514" y="1108"/>
                      <a:pt x="10514" y="1132"/>
                      <a:pt x="10502" y="1132"/>
                    </a:cubicBezTo>
                    <a:lnTo>
                      <a:pt x="10133" y="1132"/>
                    </a:lnTo>
                    <a:cubicBezTo>
                      <a:pt x="10133" y="1132"/>
                      <a:pt x="10109" y="1132"/>
                      <a:pt x="10109" y="1108"/>
                    </a:cubicBezTo>
                    <a:lnTo>
                      <a:pt x="10109" y="358"/>
                    </a:lnTo>
                    <a:lnTo>
                      <a:pt x="10502" y="334"/>
                    </a:lnTo>
                    <a:close/>
                    <a:moveTo>
                      <a:pt x="11229" y="1096"/>
                    </a:moveTo>
                    <a:cubicBezTo>
                      <a:pt x="11443" y="1096"/>
                      <a:pt x="11621" y="1274"/>
                      <a:pt x="11621" y="1477"/>
                    </a:cubicBezTo>
                    <a:lnTo>
                      <a:pt x="11621" y="9013"/>
                    </a:lnTo>
                    <a:cubicBezTo>
                      <a:pt x="11645" y="9240"/>
                      <a:pt x="11467" y="9406"/>
                      <a:pt x="11264" y="9406"/>
                    </a:cubicBezTo>
                    <a:lnTo>
                      <a:pt x="727" y="9406"/>
                    </a:lnTo>
                    <a:cubicBezTo>
                      <a:pt x="513" y="9406"/>
                      <a:pt x="334" y="9228"/>
                      <a:pt x="334" y="9013"/>
                    </a:cubicBezTo>
                    <a:lnTo>
                      <a:pt x="334" y="1477"/>
                    </a:lnTo>
                    <a:cubicBezTo>
                      <a:pt x="334" y="1274"/>
                      <a:pt x="513" y="1096"/>
                      <a:pt x="727" y="1096"/>
                    </a:cubicBezTo>
                    <a:lnTo>
                      <a:pt x="1108" y="1096"/>
                    </a:lnTo>
                    <a:lnTo>
                      <a:pt x="1108" y="1108"/>
                    </a:lnTo>
                    <a:cubicBezTo>
                      <a:pt x="1108" y="1322"/>
                      <a:pt x="1275" y="1465"/>
                      <a:pt x="1465" y="1465"/>
                    </a:cubicBezTo>
                    <a:lnTo>
                      <a:pt x="1834" y="1465"/>
                    </a:lnTo>
                    <a:cubicBezTo>
                      <a:pt x="2049" y="1465"/>
                      <a:pt x="2192" y="1298"/>
                      <a:pt x="2192" y="1108"/>
                    </a:cubicBezTo>
                    <a:lnTo>
                      <a:pt x="2192" y="1096"/>
                    </a:lnTo>
                    <a:lnTo>
                      <a:pt x="9752" y="1096"/>
                    </a:lnTo>
                    <a:lnTo>
                      <a:pt x="9752" y="1108"/>
                    </a:lnTo>
                    <a:cubicBezTo>
                      <a:pt x="9752" y="1322"/>
                      <a:pt x="9919" y="1465"/>
                      <a:pt x="10109" y="1465"/>
                    </a:cubicBezTo>
                    <a:lnTo>
                      <a:pt x="10490" y="1465"/>
                    </a:lnTo>
                    <a:cubicBezTo>
                      <a:pt x="10693" y="1465"/>
                      <a:pt x="10848" y="1298"/>
                      <a:pt x="10848" y="1108"/>
                    </a:cubicBezTo>
                    <a:lnTo>
                      <a:pt x="10848" y="1096"/>
                    </a:lnTo>
                    <a:close/>
                    <a:moveTo>
                      <a:pt x="1489" y="0"/>
                    </a:moveTo>
                    <a:cubicBezTo>
                      <a:pt x="1287" y="0"/>
                      <a:pt x="1132" y="155"/>
                      <a:pt x="1132" y="358"/>
                    </a:cubicBezTo>
                    <a:lnTo>
                      <a:pt x="1132" y="739"/>
                    </a:lnTo>
                    <a:lnTo>
                      <a:pt x="751" y="739"/>
                    </a:lnTo>
                    <a:cubicBezTo>
                      <a:pt x="346" y="739"/>
                      <a:pt x="1" y="1072"/>
                      <a:pt x="1" y="1489"/>
                    </a:cubicBezTo>
                    <a:lnTo>
                      <a:pt x="1" y="9013"/>
                    </a:lnTo>
                    <a:cubicBezTo>
                      <a:pt x="1" y="9418"/>
                      <a:pt x="334" y="9764"/>
                      <a:pt x="751" y="9764"/>
                    </a:cubicBezTo>
                    <a:lnTo>
                      <a:pt x="11288" y="9764"/>
                    </a:lnTo>
                    <a:cubicBezTo>
                      <a:pt x="11693" y="9764"/>
                      <a:pt x="12026" y="9430"/>
                      <a:pt x="12026" y="9013"/>
                    </a:cubicBezTo>
                    <a:lnTo>
                      <a:pt x="12026" y="1489"/>
                    </a:lnTo>
                    <a:cubicBezTo>
                      <a:pt x="12002" y="1084"/>
                      <a:pt x="11657" y="739"/>
                      <a:pt x="11264" y="739"/>
                    </a:cubicBezTo>
                    <a:lnTo>
                      <a:pt x="10871" y="739"/>
                    </a:lnTo>
                    <a:lnTo>
                      <a:pt x="10871" y="358"/>
                    </a:lnTo>
                    <a:cubicBezTo>
                      <a:pt x="10871" y="143"/>
                      <a:pt x="10705" y="0"/>
                      <a:pt x="10514" y="0"/>
                    </a:cubicBezTo>
                    <a:lnTo>
                      <a:pt x="10145" y="0"/>
                    </a:lnTo>
                    <a:cubicBezTo>
                      <a:pt x="9931" y="0"/>
                      <a:pt x="9788" y="155"/>
                      <a:pt x="9788" y="358"/>
                    </a:cubicBezTo>
                    <a:lnTo>
                      <a:pt x="9788" y="739"/>
                    </a:lnTo>
                    <a:lnTo>
                      <a:pt x="2227" y="739"/>
                    </a:lnTo>
                    <a:lnTo>
                      <a:pt x="2227" y="358"/>
                    </a:lnTo>
                    <a:cubicBezTo>
                      <a:pt x="2227" y="143"/>
                      <a:pt x="2061" y="0"/>
                      <a:pt x="187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65"/>
              <p:cNvSpPr/>
              <p:nvPr/>
            </p:nvSpPr>
            <p:spPr>
              <a:xfrm>
                <a:off x="6106950" y="1606787"/>
                <a:ext cx="334661" cy="11395"/>
              </a:xfrm>
              <a:custGeom>
                <a:rect b="b" l="l" r="r" t="t"/>
                <a:pathLst>
                  <a:path extrusionOk="0" h="358" w="10514">
                    <a:moveTo>
                      <a:pt x="179" y="1"/>
                    </a:moveTo>
                    <a:cubicBezTo>
                      <a:pt x="72" y="1"/>
                      <a:pt x="0" y="72"/>
                      <a:pt x="0" y="179"/>
                    </a:cubicBezTo>
                    <a:cubicBezTo>
                      <a:pt x="0" y="286"/>
                      <a:pt x="72" y="358"/>
                      <a:pt x="179" y="358"/>
                    </a:cubicBezTo>
                    <a:lnTo>
                      <a:pt x="10335" y="358"/>
                    </a:lnTo>
                    <a:cubicBezTo>
                      <a:pt x="10442" y="358"/>
                      <a:pt x="10513" y="286"/>
                      <a:pt x="10513" y="179"/>
                    </a:cubicBezTo>
                    <a:cubicBezTo>
                      <a:pt x="10513" y="72"/>
                      <a:pt x="10442" y="1"/>
                      <a:pt x="1033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65"/>
              <p:cNvSpPr/>
              <p:nvPr/>
            </p:nvSpPr>
            <p:spPr>
              <a:xfrm>
                <a:off x="6124743" y="1655296"/>
                <a:ext cx="47427" cy="11395"/>
              </a:xfrm>
              <a:custGeom>
                <a:rect b="b" l="l" r="r" t="t"/>
                <a:pathLst>
                  <a:path extrusionOk="0" h="358" w="1490">
                    <a:moveTo>
                      <a:pt x="179" y="1"/>
                    </a:moveTo>
                    <a:cubicBezTo>
                      <a:pt x="72" y="1"/>
                      <a:pt x="1" y="72"/>
                      <a:pt x="1" y="179"/>
                    </a:cubicBezTo>
                    <a:cubicBezTo>
                      <a:pt x="1" y="275"/>
                      <a:pt x="72" y="358"/>
                      <a:pt x="179" y="358"/>
                    </a:cubicBezTo>
                    <a:lnTo>
                      <a:pt x="1310" y="358"/>
                    </a:lnTo>
                    <a:cubicBezTo>
                      <a:pt x="1418" y="358"/>
                      <a:pt x="1489" y="275"/>
                      <a:pt x="1489" y="179"/>
                    </a:cubicBezTo>
                    <a:cubicBezTo>
                      <a:pt x="1489" y="72"/>
                      <a:pt x="1406" y="1"/>
                      <a:pt x="13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65"/>
              <p:cNvSpPr/>
              <p:nvPr/>
            </p:nvSpPr>
            <p:spPr>
              <a:xfrm>
                <a:off x="6208520" y="1655296"/>
                <a:ext cx="47395" cy="11395"/>
              </a:xfrm>
              <a:custGeom>
                <a:rect b="b" l="l" r="r" t="t"/>
                <a:pathLst>
                  <a:path extrusionOk="0" h="358" w="1489">
                    <a:moveTo>
                      <a:pt x="179" y="1"/>
                    </a:moveTo>
                    <a:cubicBezTo>
                      <a:pt x="83" y="1"/>
                      <a:pt x="0" y="72"/>
                      <a:pt x="0" y="179"/>
                    </a:cubicBezTo>
                    <a:cubicBezTo>
                      <a:pt x="0" y="275"/>
                      <a:pt x="83" y="358"/>
                      <a:pt x="179" y="358"/>
                    </a:cubicBezTo>
                    <a:lnTo>
                      <a:pt x="1310" y="358"/>
                    </a:lnTo>
                    <a:cubicBezTo>
                      <a:pt x="1417" y="358"/>
                      <a:pt x="1488" y="275"/>
                      <a:pt x="1488" y="179"/>
                    </a:cubicBezTo>
                    <a:cubicBezTo>
                      <a:pt x="1488" y="72"/>
                      <a:pt x="1405" y="1"/>
                      <a:pt x="13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65"/>
              <p:cNvSpPr/>
              <p:nvPr/>
            </p:nvSpPr>
            <p:spPr>
              <a:xfrm>
                <a:off x="6376391" y="1655296"/>
                <a:ext cx="47395" cy="11395"/>
              </a:xfrm>
              <a:custGeom>
                <a:rect b="b" l="l" r="r" t="t"/>
                <a:pathLst>
                  <a:path extrusionOk="0" h="358" w="1489">
                    <a:moveTo>
                      <a:pt x="179" y="1"/>
                    </a:moveTo>
                    <a:cubicBezTo>
                      <a:pt x="72" y="1"/>
                      <a:pt x="1" y="72"/>
                      <a:pt x="1" y="179"/>
                    </a:cubicBezTo>
                    <a:cubicBezTo>
                      <a:pt x="1" y="275"/>
                      <a:pt x="72" y="358"/>
                      <a:pt x="179" y="358"/>
                    </a:cubicBezTo>
                    <a:lnTo>
                      <a:pt x="1310" y="358"/>
                    </a:lnTo>
                    <a:cubicBezTo>
                      <a:pt x="1417" y="358"/>
                      <a:pt x="1489" y="275"/>
                      <a:pt x="1489" y="179"/>
                    </a:cubicBezTo>
                    <a:cubicBezTo>
                      <a:pt x="1489" y="72"/>
                      <a:pt x="1417" y="1"/>
                      <a:pt x="13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65"/>
              <p:cNvSpPr/>
              <p:nvPr/>
            </p:nvSpPr>
            <p:spPr>
              <a:xfrm>
                <a:off x="6124743" y="1703041"/>
                <a:ext cx="47427" cy="11427"/>
              </a:xfrm>
              <a:custGeom>
                <a:rect b="b" l="l" r="r" t="t"/>
                <a:pathLst>
                  <a:path extrusionOk="0" h="359" w="1490">
                    <a:moveTo>
                      <a:pt x="179" y="1"/>
                    </a:moveTo>
                    <a:cubicBezTo>
                      <a:pt x="72" y="1"/>
                      <a:pt x="1" y="72"/>
                      <a:pt x="1" y="180"/>
                    </a:cubicBezTo>
                    <a:cubicBezTo>
                      <a:pt x="1" y="275"/>
                      <a:pt x="72" y="358"/>
                      <a:pt x="179" y="358"/>
                    </a:cubicBezTo>
                    <a:lnTo>
                      <a:pt x="1310" y="358"/>
                    </a:lnTo>
                    <a:cubicBezTo>
                      <a:pt x="1418" y="358"/>
                      <a:pt x="1489" y="275"/>
                      <a:pt x="1489" y="180"/>
                    </a:cubicBezTo>
                    <a:cubicBezTo>
                      <a:pt x="1489" y="72"/>
                      <a:pt x="1406" y="1"/>
                      <a:pt x="13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65"/>
              <p:cNvSpPr/>
              <p:nvPr/>
            </p:nvSpPr>
            <p:spPr>
              <a:xfrm>
                <a:off x="6292646" y="1703041"/>
                <a:ext cx="47395" cy="11427"/>
              </a:xfrm>
              <a:custGeom>
                <a:rect b="b" l="l" r="r" t="t"/>
                <a:pathLst>
                  <a:path extrusionOk="0" h="359" w="1489">
                    <a:moveTo>
                      <a:pt x="179" y="1"/>
                    </a:moveTo>
                    <a:cubicBezTo>
                      <a:pt x="72" y="1"/>
                      <a:pt x="0" y="72"/>
                      <a:pt x="0" y="180"/>
                    </a:cubicBezTo>
                    <a:cubicBezTo>
                      <a:pt x="0" y="275"/>
                      <a:pt x="72" y="358"/>
                      <a:pt x="179" y="358"/>
                    </a:cubicBezTo>
                    <a:lnTo>
                      <a:pt x="1310" y="358"/>
                    </a:lnTo>
                    <a:cubicBezTo>
                      <a:pt x="1405" y="358"/>
                      <a:pt x="1489" y="275"/>
                      <a:pt x="1489" y="180"/>
                    </a:cubicBezTo>
                    <a:cubicBezTo>
                      <a:pt x="1489" y="72"/>
                      <a:pt x="1405" y="1"/>
                      <a:pt x="13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65"/>
              <p:cNvSpPr/>
              <p:nvPr/>
            </p:nvSpPr>
            <p:spPr>
              <a:xfrm>
                <a:off x="6124743" y="1750818"/>
                <a:ext cx="47427" cy="11395"/>
              </a:xfrm>
              <a:custGeom>
                <a:rect b="b" l="l" r="r" t="t"/>
                <a:pathLst>
                  <a:path extrusionOk="0" h="358" w="1490">
                    <a:moveTo>
                      <a:pt x="179" y="0"/>
                    </a:moveTo>
                    <a:cubicBezTo>
                      <a:pt x="72" y="0"/>
                      <a:pt x="1" y="72"/>
                      <a:pt x="1" y="179"/>
                    </a:cubicBezTo>
                    <a:cubicBezTo>
                      <a:pt x="1" y="286"/>
                      <a:pt x="72" y="357"/>
                      <a:pt x="179" y="357"/>
                    </a:cubicBezTo>
                    <a:lnTo>
                      <a:pt x="1310" y="357"/>
                    </a:lnTo>
                    <a:cubicBezTo>
                      <a:pt x="1418" y="357"/>
                      <a:pt x="1489" y="286"/>
                      <a:pt x="1489" y="179"/>
                    </a:cubicBezTo>
                    <a:cubicBezTo>
                      <a:pt x="1489" y="72"/>
                      <a:pt x="1406" y="0"/>
                      <a:pt x="131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65"/>
              <p:cNvSpPr/>
              <p:nvPr/>
            </p:nvSpPr>
            <p:spPr>
              <a:xfrm>
                <a:off x="6208520" y="1750818"/>
                <a:ext cx="47395" cy="11395"/>
              </a:xfrm>
              <a:custGeom>
                <a:rect b="b" l="l" r="r" t="t"/>
                <a:pathLst>
                  <a:path extrusionOk="0" h="358" w="1489">
                    <a:moveTo>
                      <a:pt x="179" y="0"/>
                    </a:moveTo>
                    <a:cubicBezTo>
                      <a:pt x="83" y="0"/>
                      <a:pt x="0" y="72"/>
                      <a:pt x="0" y="179"/>
                    </a:cubicBezTo>
                    <a:cubicBezTo>
                      <a:pt x="0" y="286"/>
                      <a:pt x="83" y="357"/>
                      <a:pt x="179" y="357"/>
                    </a:cubicBezTo>
                    <a:lnTo>
                      <a:pt x="1310" y="357"/>
                    </a:lnTo>
                    <a:cubicBezTo>
                      <a:pt x="1417" y="357"/>
                      <a:pt x="1488" y="286"/>
                      <a:pt x="1488" y="179"/>
                    </a:cubicBezTo>
                    <a:cubicBezTo>
                      <a:pt x="1488" y="72"/>
                      <a:pt x="1405" y="0"/>
                      <a:pt x="131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65"/>
              <p:cNvSpPr/>
              <p:nvPr/>
            </p:nvSpPr>
            <p:spPr>
              <a:xfrm>
                <a:off x="6376391" y="1750818"/>
                <a:ext cx="47395" cy="11395"/>
              </a:xfrm>
              <a:custGeom>
                <a:rect b="b" l="l" r="r" t="t"/>
                <a:pathLst>
                  <a:path extrusionOk="0" h="358" w="1489">
                    <a:moveTo>
                      <a:pt x="179" y="0"/>
                    </a:moveTo>
                    <a:cubicBezTo>
                      <a:pt x="72" y="0"/>
                      <a:pt x="1" y="72"/>
                      <a:pt x="1" y="179"/>
                    </a:cubicBezTo>
                    <a:cubicBezTo>
                      <a:pt x="1" y="286"/>
                      <a:pt x="72" y="357"/>
                      <a:pt x="179" y="357"/>
                    </a:cubicBezTo>
                    <a:lnTo>
                      <a:pt x="1310" y="357"/>
                    </a:lnTo>
                    <a:cubicBezTo>
                      <a:pt x="1417" y="357"/>
                      <a:pt x="1489" y="286"/>
                      <a:pt x="1489" y="179"/>
                    </a:cubicBezTo>
                    <a:cubicBezTo>
                      <a:pt x="1489" y="72"/>
                      <a:pt x="1417" y="0"/>
                      <a:pt x="131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65"/>
              <p:cNvSpPr/>
              <p:nvPr/>
            </p:nvSpPr>
            <p:spPr>
              <a:xfrm>
                <a:off x="6208520" y="1798563"/>
                <a:ext cx="47395" cy="11395"/>
              </a:xfrm>
              <a:custGeom>
                <a:rect b="b" l="l" r="r" t="t"/>
                <a:pathLst>
                  <a:path extrusionOk="0" h="358" w="1489">
                    <a:moveTo>
                      <a:pt x="179" y="0"/>
                    </a:moveTo>
                    <a:cubicBezTo>
                      <a:pt x="83" y="0"/>
                      <a:pt x="0" y="72"/>
                      <a:pt x="0" y="179"/>
                    </a:cubicBezTo>
                    <a:cubicBezTo>
                      <a:pt x="0" y="286"/>
                      <a:pt x="83" y="357"/>
                      <a:pt x="179" y="357"/>
                    </a:cubicBezTo>
                    <a:lnTo>
                      <a:pt x="1310" y="357"/>
                    </a:lnTo>
                    <a:cubicBezTo>
                      <a:pt x="1417" y="357"/>
                      <a:pt x="1488" y="286"/>
                      <a:pt x="1488" y="179"/>
                    </a:cubicBezTo>
                    <a:cubicBezTo>
                      <a:pt x="1488" y="72"/>
                      <a:pt x="1405" y="0"/>
                      <a:pt x="131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65"/>
              <p:cNvSpPr/>
              <p:nvPr/>
            </p:nvSpPr>
            <p:spPr>
              <a:xfrm>
                <a:off x="6292646" y="1798563"/>
                <a:ext cx="47395" cy="11395"/>
              </a:xfrm>
              <a:custGeom>
                <a:rect b="b" l="l" r="r" t="t"/>
                <a:pathLst>
                  <a:path extrusionOk="0" h="358" w="1489">
                    <a:moveTo>
                      <a:pt x="179" y="0"/>
                    </a:moveTo>
                    <a:cubicBezTo>
                      <a:pt x="72" y="0"/>
                      <a:pt x="0" y="72"/>
                      <a:pt x="0" y="179"/>
                    </a:cubicBezTo>
                    <a:cubicBezTo>
                      <a:pt x="0" y="286"/>
                      <a:pt x="72" y="357"/>
                      <a:pt x="179" y="357"/>
                    </a:cubicBezTo>
                    <a:lnTo>
                      <a:pt x="1310" y="357"/>
                    </a:lnTo>
                    <a:cubicBezTo>
                      <a:pt x="1405" y="357"/>
                      <a:pt x="1489" y="286"/>
                      <a:pt x="1489" y="179"/>
                    </a:cubicBezTo>
                    <a:cubicBezTo>
                      <a:pt x="1489" y="72"/>
                      <a:pt x="1405" y="0"/>
                      <a:pt x="131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65"/>
              <p:cNvSpPr/>
              <p:nvPr/>
            </p:nvSpPr>
            <p:spPr>
              <a:xfrm>
                <a:off x="6376391" y="1798563"/>
                <a:ext cx="47395" cy="11395"/>
              </a:xfrm>
              <a:custGeom>
                <a:rect b="b" l="l" r="r" t="t"/>
                <a:pathLst>
                  <a:path extrusionOk="0" h="358" w="1489">
                    <a:moveTo>
                      <a:pt x="179" y="0"/>
                    </a:moveTo>
                    <a:cubicBezTo>
                      <a:pt x="72" y="0"/>
                      <a:pt x="1" y="72"/>
                      <a:pt x="1" y="179"/>
                    </a:cubicBezTo>
                    <a:cubicBezTo>
                      <a:pt x="1" y="286"/>
                      <a:pt x="72" y="357"/>
                      <a:pt x="179" y="357"/>
                    </a:cubicBezTo>
                    <a:lnTo>
                      <a:pt x="1310" y="357"/>
                    </a:lnTo>
                    <a:cubicBezTo>
                      <a:pt x="1417" y="357"/>
                      <a:pt x="1489" y="286"/>
                      <a:pt x="1489" y="179"/>
                    </a:cubicBezTo>
                    <a:cubicBezTo>
                      <a:pt x="1489" y="72"/>
                      <a:pt x="1417" y="0"/>
                      <a:pt x="131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65"/>
              <p:cNvSpPr/>
              <p:nvPr/>
            </p:nvSpPr>
            <p:spPr>
              <a:xfrm>
                <a:off x="6207756" y="1690723"/>
                <a:ext cx="48923" cy="35108"/>
              </a:xfrm>
              <a:custGeom>
                <a:rect b="b" l="l" r="r" t="t"/>
                <a:pathLst>
                  <a:path extrusionOk="0" h="1103" w="1537">
                    <a:moveTo>
                      <a:pt x="1328" y="1"/>
                    </a:moveTo>
                    <a:cubicBezTo>
                      <a:pt x="1283" y="1"/>
                      <a:pt x="1239" y="19"/>
                      <a:pt x="1203" y="55"/>
                    </a:cubicBezTo>
                    <a:lnTo>
                      <a:pt x="584" y="686"/>
                    </a:lnTo>
                    <a:lnTo>
                      <a:pt x="322" y="436"/>
                    </a:lnTo>
                    <a:cubicBezTo>
                      <a:pt x="286" y="394"/>
                      <a:pt x="241" y="373"/>
                      <a:pt x="197" y="373"/>
                    </a:cubicBezTo>
                    <a:cubicBezTo>
                      <a:pt x="152" y="373"/>
                      <a:pt x="107" y="394"/>
                      <a:pt x="72" y="436"/>
                    </a:cubicBezTo>
                    <a:cubicBezTo>
                      <a:pt x="0" y="507"/>
                      <a:pt x="0" y="614"/>
                      <a:pt x="72" y="686"/>
                    </a:cubicBezTo>
                    <a:lnTo>
                      <a:pt x="441" y="1055"/>
                    </a:lnTo>
                    <a:cubicBezTo>
                      <a:pt x="477" y="1078"/>
                      <a:pt x="512" y="1102"/>
                      <a:pt x="560" y="1102"/>
                    </a:cubicBezTo>
                    <a:cubicBezTo>
                      <a:pt x="607" y="1102"/>
                      <a:pt x="655" y="1078"/>
                      <a:pt x="679" y="1055"/>
                    </a:cubicBezTo>
                    <a:lnTo>
                      <a:pt x="1441" y="293"/>
                    </a:lnTo>
                    <a:cubicBezTo>
                      <a:pt x="1536" y="233"/>
                      <a:pt x="1536" y="138"/>
                      <a:pt x="1453" y="55"/>
                    </a:cubicBezTo>
                    <a:cubicBezTo>
                      <a:pt x="1417" y="19"/>
                      <a:pt x="1372" y="1"/>
                      <a:pt x="13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65"/>
              <p:cNvSpPr/>
              <p:nvPr/>
            </p:nvSpPr>
            <p:spPr>
              <a:xfrm>
                <a:off x="6376009" y="1690723"/>
                <a:ext cx="48159" cy="35108"/>
              </a:xfrm>
              <a:custGeom>
                <a:rect b="b" l="l" r="r" t="t"/>
                <a:pathLst>
                  <a:path extrusionOk="0" h="1103" w="1513">
                    <a:moveTo>
                      <a:pt x="1328" y="1"/>
                    </a:moveTo>
                    <a:cubicBezTo>
                      <a:pt x="1284" y="1"/>
                      <a:pt x="1239" y="19"/>
                      <a:pt x="1203" y="55"/>
                    </a:cubicBezTo>
                    <a:lnTo>
                      <a:pt x="572" y="686"/>
                    </a:lnTo>
                    <a:lnTo>
                      <a:pt x="322" y="436"/>
                    </a:lnTo>
                    <a:cubicBezTo>
                      <a:pt x="286" y="394"/>
                      <a:pt x="242" y="373"/>
                      <a:pt x="197" y="373"/>
                    </a:cubicBezTo>
                    <a:cubicBezTo>
                      <a:pt x="152" y="373"/>
                      <a:pt x="108" y="394"/>
                      <a:pt x="72" y="436"/>
                    </a:cubicBezTo>
                    <a:cubicBezTo>
                      <a:pt x="1" y="507"/>
                      <a:pt x="1" y="614"/>
                      <a:pt x="72" y="686"/>
                    </a:cubicBezTo>
                    <a:lnTo>
                      <a:pt x="441" y="1055"/>
                    </a:lnTo>
                    <a:cubicBezTo>
                      <a:pt x="477" y="1078"/>
                      <a:pt x="513" y="1102"/>
                      <a:pt x="560" y="1102"/>
                    </a:cubicBezTo>
                    <a:cubicBezTo>
                      <a:pt x="608" y="1102"/>
                      <a:pt x="644" y="1078"/>
                      <a:pt x="679" y="1055"/>
                    </a:cubicBezTo>
                    <a:lnTo>
                      <a:pt x="1441" y="293"/>
                    </a:lnTo>
                    <a:cubicBezTo>
                      <a:pt x="1513" y="233"/>
                      <a:pt x="1513" y="138"/>
                      <a:pt x="1453" y="55"/>
                    </a:cubicBezTo>
                    <a:cubicBezTo>
                      <a:pt x="1417" y="19"/>
                      <a:pt x="1373" y="1"/>
                      <a:pt x="13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65"/>
              <p:cNvSpPr/>
              <p:nvPr/>
            </p:nvSpPr>
            <p:spPr>
              <a:xfrm>
                <a:off x="6291500" y="1738595"/>
                <a:ext cx="48923" cy="34981"/>
              </a:xfrm>
              <a:custGeom>
                <a:rect b="b" l="l" r="r" t="t"/>
                <a:pathLst>
                  <a:path extrusionOk="0" h="1099" w="1537">
                    <a:moveTo>
                      <a:pt x="1334" y="0"/>
                    </a:moveTo>
                    <a:cubicBezTo>
                      <a:pt x="1289" y="0"/>
                      <a:pt x="1245" y="21"/>
                      <a:pt x="1203" y="63"/>
                    </a:cubicBezTo>
                    <a:lnTo>
                      <a:pt x="584" y="682"/>
                    </a:lnTo>
                    <a:lnTo>
                      <a:pt x="322" y="432"/>
                    </a:lnTo>
                    <a:cubicBezTo>
                      <a:pt x="286" y="396"/>
                      <a:pt x="242" y="378"/>
                      <a:pt x="197" y="378"/>
                    </a:cubicBezTo>
                    <a:cubicBezTo>
                      <a:pt x="152" y="378"/>
                      <a:pt x="108" y="396"/>
                      <a:pt x="72" y="432"/>
                    </a:cubicBezTo>
                    <a:cubicBezTo>
                      <a:pt x="1" y="503"/>
                      <a:pt x="1" y="610"/>
                      <a:pt x="72" y="682"/>
                    </a:cubicBezTo>
                    <a:lnTo>
                      <a:pt x="441" y="1051"/>
                    </a:lnTo>
                    <a:cubicBezTo>
                      <a:pt x="477" y="1087"/>
                      <a:pt x="524" y="1098"/>
                      <a:pt x="560" y="1098"/>
                    </a:cubicBezTo>
                    <a:cubicBezTo>
                      <a:pt x="608" y="1098"/>
                      <a:pt x="655" y="1087"/>
                      <a:pt x="679" y="1051"/>
                    </a:cubicBezTo>
                    <a:lnTo>
                      <a:pt x="1441" y="301"/>
                    </a:lnTo>
                    <a:cubicBezTo>
                      <a:pt x="1536" y="241"/>
                      <a:pt x="1536" y="134"/>
                      <a:pt x="1465" y="63"/>
                    </a:cubicBezTo>
                    <a:cubicBezTo>
                      <a:pt x="1423" y="21"/>
                      <a:pt x="1379" y="0"/>
                      <a:pt x="133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65"/>
              <p:cNvSpPr/>
              <p:nvPr/>
            </p:nvSpPr>
            <p:spPr>
              <a:xfrm>
                <a:off x="6123629" y="1786627"/>
                <a:ext cx="48891" cy="34695"/>
              </a:xfrm>
              <a:custGeom>
                <a:rect b="b" l="l" r="r" t="t"/>
                <a:pathLst>
                  <a:path extrusionOk="0" h="1090" w="1536">
                    <a:moveTo>
                      <a:pt x="1340" y="0"/>
                    </a:moveTo>
                    <a:cubicBezTo>
                      <a:pt x="1295" y="0"/>
                      <a:pt x="1250" y="18"/>
                      <a:pt x="1215" y="54"/>
                    </a:cubicBezTo>
                    <a:lnTo>
                      <a:pt x="583" y="673"/>
                    </a:lnTo>
                    <a:lnTo>
                      <a:pt x="333" y="423"/>
                    </a:lnTo>
                    <a:cubicBezTo>
                      <a:pt x="298" y="387"/>
                      <a:pt x="253" y="369"/>
                      <a:pt x="208" y="369"/>
                    </a:cubicBezTo>
                    <a:cubicBezTo>
                      <a:pt x="164" y="369"/>
                      <a:pt x="119" y="387"/>
                      <a:pt x="83" y="423"/>
                    </a:cubicBezTo>
                    <a:cubicBezTo>
                      <a:pt x="0" y="494"/>
                      <a:pt x="0" y="601"/>
                      <a:pt x="83" y="673"/>
                    </a:cubicBezTo>
                    <a:lnTo>
                      <a:pt x="453" y="1042"/>
                    </a:lnTo>
                    <a:cubicBezTo>
                      <a:pt x="476" y="1078"/>
                      <a:pt x="524" y="1090"/>
                      <a:pt x="572" y="1090"/>
                    </a:cubicBezTo>
                    <a:cubicBezTo>
                      <a:pt x="619" y="1090"/>
                      <a:pt x="655" y="1078"/>
                      <a:pt x="691" y="1042"/>
                    </a:cubicBezTo>
                    <a:lnTo>
                      <a:pt x="1453" y="292"/>
                    </a:lnTo>
                    <a:cubicBezTo>
                      <a:pt x="1536" y="232"/>
                      <a:pt x="1536" y="125"/>
                      <a:pt x="1465" y="54"/>
                    </a:cubicBezTo>
                    <a:cubicBezTo>
                      <a:pt x="1429" y="18"/>
                      <a:pt x="1384" y="0"/>
                      <a:pt x="13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65"/>
              <p:cNvSpPr/>
              <p:nvPr/>
            </p:nvSpPr>
            <p:spPr>
              <a:xfrm>
                <a:off x="6291500" y="1642978"/>
                <a:ext cx="48923" cy="34727"/>
              </a:xfrm>
              <a:custGeom>
                <a:rect b="b" l="l" r="r" t="t"/>
                <a:pathLst>
                  <a:path extrusionOk="0" h="1091" w="1537">
                    <a:moveTo>
                      <a:pt x="1334" y="1"/>
                    </a:moveTo>
                    <a:cubicBezTo>
                      <a:pt x="1289" y="1"/>
                      <a:pt x="1245" y="19"/>
                      <a:pt x="1203" y="54"/>
                    </a:cubicBezTo>
                    <a:lnTo>
                      <a:pt x="584" y="673"/>
                    </a:lnTo>
                    <a:lnTo>
                      <a:pt x="322" y="423"/>
                    </a:lnTo>
                    <a:cubicBezTo>
                      <a:pt x="286" y="388"/>
                      <a:pt x="242" y="370"/>
                      <a:pt x="197" y="370"/>
                    </a:cubicBezTo>
                    <a:cubicBezTo>
                      <a:pt x="152" y="370"/>
                      <a:pt x="108" y="388"/>
                      <a:pt x="72" y="423"/>
                    </a:cubicBezTo>
                    <a:cubicBezTo>
                      <a:pt x="1" y="495"/>
                      <a:pt x="1" y="602"/>
                      <a:pt x="72" y="673"/>
                    </a:cubicBezTo>
                    <a:lnTo>
                      <a:pt x="441" y="1054"/>
                    </a:lnTo>
                    <a:cubicBezTo>
                      <a:pt x="477" y="1078"/>
                      <a:pt x="524" y="1090"/>
                      <a:pt x="560" y="1090"/>
                    </a:cubicBezTo>
                    <a:cubicBezTo>
                      <a:pt x="608" y="1090"/>
                      <a:pt x="655" y="1078"/>
                      <a:pt x="679" y="1054"/>
                    </a:cubicBezTo>
                    <a:lnTo>
                      <a:pt x="1441" y="292"/>
                    </a:lnTo>
                    <a:cubicBezTo>
                      <a:pt x="1536" y="233"/>
                      <a:pt x="1536" y="114"/>
                      <a:pt x="1465" y="54"/>
                    </a:cubicBezTo>
                    <a:cubicBezTo>
                      <a:pt x="1423" y="19"/>
                      <a:pt x="1379" y="1"/>
                      <a:pt x="133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nnual General Meeting (AGM) by Slidesgo">
  <a:themeElements>
    <a:clrScheme name="Simple Light">
      <a:dk1>
        <a:srgbClr val="000000"/>
      </a:dk1>
      <a:lt1>
        <a:srgbClr val="FFFFFF"/>
      </a:lt1>
      <a:dk2>
        <a:srgbClr val="CACACA"/>
      </a:dk2>
      <a:lt2>
        <a:srgbClr val="969696"/>
      </a:lt2>
      <a:accent1>
        <a:srgbClr val="001D75"/>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